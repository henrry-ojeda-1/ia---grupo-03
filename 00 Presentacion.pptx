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8" r:id="rId1"/>
  </p:sldMasterIdLst>
  <p:notesMasterIdLst>
    <p:notesMasterId r:id="rId19"/>
  </p:notesMasterIdLst>
  <p:sldIdLst>
    <p:sldId id="257" r:id="rId2"/>
    <p:sldId id="270" r:id="rId3"/>
    <p:sldId id="273" r:id="rId4"/>
    <p:sldId id="274" r:id="rId5"/>
    <p:sldId id="258" r:id="rId6"/>
    <p:sldId id="269" r:id="rId7"/>
    <p:sldId id="267" r:id="rId8"/>
    <p:sldId id="271" r:id="rId9"/>
    <p:sldId id="260" r:id="rId10"/>
    <p:sldId id="275" r:id="rId11"/>
    <p:sldId id="276" r:id="rId12"/>
    <p:sldId id="277" r:id="rId13"/>
    <p:sldId id="278" r:id="rId14"/>
    <p:sldId id="279" r:id="rId15"/>
    <p:sldId id="263" r:id="rId16"/>
    <p:sldId id="262" r:id="rId17"/>
    <p:sldId id="268" r:id="rId18"/>
  </p:sldIdLst>
  <p:sldSz cx="12192000" cy="6858000"/>
  <p:notesSz cx="6858000" cy="9144000"/>
  <p:embeddedFontLst>
    <p:embeddedFont>
      <p:font typeface="Inter"/>
      <p:bold r:id="rId20"/>
    </p:embeddedFont>
    <p:embeddedFont>
      <p:font typeface="Outfit"/>
      <p:bold r:id="rId21"/>
    </p:embeddedFont>
  </p:embeddedFontLst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C13FB2-F053-4889-98A8-01ADAA233FFE}" v="73" dt="2026-10-07T20:14:54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2" autoAdjust="0"/>
    <p:restoredTop sz="83477" autoAdjust="0"/>
  </p:normalViewPr>
  <p:slideViewPr>
    <p:cSldViewPr snapToGrid="0" snapToObjects="1">
      <p:cViewPr>
        <p:scale>
          <a:sx n="75" d="100"/>
          <a:sy n="75" d="100"/>
        </p:scale>
        <p:origin x="1152" y="7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Carballo" userId="a6ea3b2e-0d8d-477b-9aef-5860830a7859" providerId="ADAL" clId="{96B6F829-D70D-4ED8-B30B-F451AFAEC486}"/>
    <pc:docChg chg="undo custSel addSld delSld modSld sldOrd">
      <pc:chgData name="David Carballo" userId="a6ea3b2e-0d8d-477b-9aef-5860830a7859" providerId="ADAL" clId="{96B6F829-D70D-4ED8-B30B-F451AFAEC486}" dt="2026-10-07T20:15:37.297" v="497" actId="20577"/>
      <pc:docMkLst>
        <pc:docMk/>
      </pc:docMkLst>
      <pc:sldChg chg="addSp delSp modSp del mod">
        <pc:chgData name="David Carballo" userId="a6ea3b2e-0d8d-477b-9aef-5860830a7859" providerId="ADAL" clId="{96B6F829-D70D-4ED8-B30B-F451AFAEC486}" dt="2026-10-07T19:33:54.945" v="85" actId="47"/>
        <pc:sldMkLst>
          <pc:docMk/>
          <pc:sldMk cId="0" sldId="256"/>
        </pc:sldMkLst>
        <pc:spChg chg="mod">
          <ac:chgData name="David Carballo" userId="a6ea3b2e-0d8d-477b-9aef-5860830a7859" providerId="ADAL" clId="{96B6F829-D70D-4ED8-B30B-F451AFAEC486}" dt="2026-10-07T19:27:58.469" v="5" actId="1076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David Carballo" userId="a6ea3b2e-0d8d-477b-9aef-5860830a7859" providerId="ADAL" clId="{96B6F829-D70D-4ED8-B30B-F451AFAEC486}" dt="2026-10-07T19:28:35.706" v="8"/>
          <ac:spMkLst>
            <pc:docMk/>
            <pc:sldMk cId="0" sldId="256"/>
            <ac:spMk id="6" creationId="{FEB0B070-17B3-9B97-7402-2016E1253682}"/>
          </ac:spMkLst>
        </pc:spChg>
        <pc:picChg chg="add mod">
          <ac:chgData name="David Carballo" userId="a6ea3b2e-0d8d-477b-9aef-5860830a7859" providerId="ADAL" clId="{96B6F829-D70D-4ED8-B30B-F451AFAEC486}" dt="2026-10-07T19:28:41.756" v="12" actId="1076"/>
          <ac:picMkLst>
            <pc:docMk/>
            <pc:sldMk cId="0" sldId="256"/>
            <ac:picMk id="7" creationId="{C7119D3D-5947-D92B-96E4-651AB6233E5B}"/>
          </ac:picMkLst>
        </pc:picChg>
      </pc:sldChg>
      <pc:sldChg chg="addSp delSp modSp mod">
        <pc:chgData name="David Carballo" userId="a6ea3b2e-0d8d-477b-9aef-5860830a7859" providerId="ADAL" clId="{96B6F829-D70D-4ED8-B30B-F451AFAEC486}" dt="2026-10-07T19:33:13.236" v="78" actId="1076"/>
        <pc:sldMkLst>
          <pc:docMk/>
          <pc:sldMk cId="0" sldId="257"/>
        </pc:sldMkLst>
        <pc:spChg chg="mod">
          <ac:chgData name="David Carballo" userId="a6ea3b2e-0d8d-477b-9aef-5860830a7859" providerId="ADAL" clId="{96B6F829-D70D-4ED8-B30B-F451AFAEC486}" dt="2026-10-07T19:32:04.218" v="65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David Carballo" userId="a6ea3b2e-0d8d-477b-9aef-5860830a7859" providerId="ADAL" clId="{96B6F829-D70D-4ED8-B30B-F451AFAEC486}" dt="2026-10-07T19:32:04.218" v="65" actId="1076"/>
          <ac:spMkLst>
            <pc:docMk/>
            <pc:sldMk cId="0" sldId="257"/>
            <ac:spMk id="8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29:33.942" v="24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29:31.925" v="23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29:35.731" v="25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29:31.925" v="23" actId="478"/>
          <ac:spMkLst>
            <pc:docMk/>
            <pc:sldMk cId="0" sldId="257"/>
            <ac:spMk id="12" creationId="{00000000-0000-0000-0000-000000000000}"/>
          </ac:spMkLst>
        </pc:spChg>
        <pc:spChg chg="add del mod">
          <ac:chgData name="David Carballo" userId="a6ea3b2e-0d8d-477b-9aef-5860830a7859" providerId="ADAL" clId="{96B6F829-D70D-4ED8-B30B-F451AFAEC486}" dt="2026-10-07T19:29:56.270" v="31"/>
          <ac:spMkLst>
            <pc:docMk/>
            <pc:sldMk cId="0" sldId="257"/>
            <ac:spMk id="13" creationId="{7CAE9E7D-556A-4F45-145E-3A683B04CAEE}"/>
          </ac:spMkLst>
        </pc:spChg>
        <pc:spChg chg="add mod">
          <ac:chgData name="David Carballo" userId="a6ea3b2e-0d8d-477b-9aef-5860830a7859" providerId="ADAL" clId="{96B6F829-D70D-4ED8-B30B-F451AFAEC486}" dt="2026-10-07T19:33:03.943" v="77" actId="1076"/>
          <ac:spMkLst>
            <pc:docMk/>
            <pc:sldMk cId="0" sldId="257"/>
            <ac:spMk id="16" creationId="{D0A5EA2F-8F23-B8EC-7B56-7F6275B25941}"/>
          </ac:spMkLst>
        </pc:spChg>
        <pc:spChg chg="add mod">
          <ac:chgData name="David Carballo" userId="a6ea3b2e-0d8d-477b-9aef-5860830a7859" providerId="ADAL" clId="{96B6F829-D70D-4ED8-B30B-F451AFAEC486}" dt="2026-10-07T19:32:04.218" v="65" actId="1076"/>
          <ac:spMkLst>
            <pc:docMk/>
            <pc:sldMk cId="0" sldId="257"/>
            <ac:spMk id="18" creationId="{997D24A6-9BAE-6240-B5D2-AD6CFF806243}"/>
          </ac:spMkLst>
        </pc:spChg>
        <pc:spChg chg="add mod">
          <ac:chgData name="David Carballo" userId="a6ea3b2e-0d8d-477b-9aef-5860830a7859" providerId="ADAL" clId="{96B6F829-D70D-4ED8-B30B-F451AFAEC486}" dt="2026-10-07T19:33:01.036" v="76" actId="1076"/>
          <ac:spMkLst>
            <pc:docMk/>
            <pc:sldMk cId="0" sldId="257"/>
            <ac:spMk id="20" creationId="{087DEF55-0A1E-B81A-0D74-DDF83EF4ABEC}"/>
          </ac:spMkLst>
        </pc:spChg>
        <pc:picChg chg="del">
          <ac:chgData name="David Carballo" userId="a6ea3b2e-0d8d-477b-9aef-5860830a7859" providerId="ADAL" clId="{96B6F829-D70D-4ED8-B30B-F451AFAEC486}" dt="2026-10-07T18:51:25.457" v="0" actId="478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David Carballo" userId="a6ea3b2e-0d8d-477b-9aef-5860830a7859" providerId="ADAL" clId="{96B6F829-D70D-4ED8-B30B-F451AFAEC486}" dt="2026-10-07T19:33:13.236" v="78" actId="1076"/>
          <ac:picMkLst>
            <pc:docMk/>
            <pc:sldMk cId="0" sldId="257"/>
            <ac:picMk id="2" creationId="{53767FD3-5E54-96C6-858A-132EEBBF9E71}"/>
          </ac:picMkLst>
        </pc:picChg>
        <pc:picChg chg="del">
          <ac:chgData name="David Carballo" userId="a6ea3b2e-0d8d-477b-9aef-5860830a7859" providerId="ADAL" clId="{96B6F829-D70D-4ED8-B30B-F451AFAEC486}" dt="2026-10-07T19:29:31.925" v="23" actId="478"/>
          <ac:picMkLst>
            <pc:docMk/>
            <pc:sldMk cId="0" sldId="257"/>
            <ac:picMk id="3" creationId="{00000000-0000-0000-0000-000000000000}"/>
          </ac:picMkLst>
        </pc:picChg>
        <pc:picChg chg="del">
          <ac:chgData name="David Carballo" userId="a6ea3b2e-0d8d-477b-9aef-5860830a7859" providerId="ADAL" clId="{96B6F829-D70D-4ED8-B30B-F451AFAEC486}" dt="2026-10-07T19:29:31.925" v="23" actId="478"/>
          <ac:picMkLst>
            <pc:docMk/>
            <pc:sldMk cId="0" sldId="257"/>
            <ac:picMk id="4" creationId="{00000000-0000-0000-0000-000000000000}"/>
          </ac:picMkLst>
        </pc:picChg>
        <pc:picChg chg="del">
          <ac:chgData name="David Carballo" userId="a6ea3b2e-0d8d-477b-9aef-5860830a7859" providerId="ADAL" clId="{96B6F829-D70D-4ED8-B30B-F451AFAEC486}" dt="2026-10-07T19:29:31.925" v="23" actId="478"/>
          <ac:picMkLst>
            <pc:docMk/>
            <pc:sldMk cId="0" sldId="257"/>
            <ac:picMk id="5" creationId="{00000000-0000-0000-0000-000000000000}"/>
          </ac:picMkLst>
        </pc:picChg>
        <pc:picChg chg="del">
          <ac:chgData name="David Carballo" userId="a6ea3b2e-0d8d-477b-9aef-5860830a7859" providerId="ADAL" clId="{96B6F829-D70D-4ED8-B30B-F451AFAEC486}" dt="2026-10-07T19:29:31.925" v="23" actId="478"/>
          <ac:picMkLst>
            <pc:docMk/>
            <pc:sldMk cId="0" sldId="257"/>
            <ac:picMk id="6" creationId="{00000000-0000-0000-0000-000000000000}"/>
          </ac:picMkLst>
        </pc:picChg>
        <pc:picChg chg="add del mod">
          <ac:chgData name="David Carballo" userId="a6ea3b2e-0d8d-477b-9aef-5860830a7859" providerId="ADAL" clId="{96B6F829-D70D-4ED8-B30B-F451AFAEC486}" dt="2026-10-07T19:28:47.356" v="14" actId="478"/>
          <ac:picMkLst>
            <pc:docMk/>
            <pc:sldMk cId="0" sldId="257"/>
            <ac:picMk id="14" creationId="{728E7247-90E3-1C78-A4C3-23EC00EF3072}"/>
          </ac:picMkLst>
        </pc:picChg>
      </pc:sldChg>
      <pc:sldChg chg="addSp delSp modSp mod ord">
        <pc:chgData name="David Carballo" userId="a6ea3b2e-0d8d-477b-9aef-5860830a7859" providerId="ADAL" clId="{96B6F829-D70D-4ED8-B30B-F451AFAEC486}" dt="2026-10-07T20:12:15.356" v="494" actId="20577"/>
        <pc:sldMkLst>
          <pc:docMk/>
          <pc:sldMk cId="0" sldId="258"/>
        </pc:sldMkLst>
        <pc:spChg chg="mod">
          <ac:chgData name="David Carballo" userId="a6ea3b2e-0d8d-477b-9aef-5860830a7859" providerId="ADAL" clId="{96B6F829-D70D-4ED8-B30B-F451AFAEC486}" dt="2026-10-07T20:07:00.478" v="428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David Carballo" userId="a6ea3b2e-0d8d-477b-9aef-5860830a7859" providerId="ADAL" clId="{96B6F829-D70D-4ED8-B30B-F451AFAEC486}" dt="2026-10-07T20:07:08.267" v="430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David Carballo" userId="a6ea3b2e-0d8d-477b-9aef-5860830a7859" providerId="ADAL" clId="{96B6F829-D70D-4ED8-B30B-F451AFAEC486}" dt="2026-10-07T20:07:27.137" v="438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David Carballo" userId="a6ea3b2e-0d8d-477b-9aef-5860830a7859" providerId="ADAL" clId="{96B6F829-D70D-4ED8-B30B-F451AFAEC486}" dt="2026-10-07T20:08:26.740" v="454" actId="1076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David Carballo" userId="a6ea3b2e-0d8d-477b-9aef-5860830a7859" providerId="ADAL" clId="{96B6F829-D70D-4ED8-B30B-F451AFAEC486}" dt="2026-10-07T20:05:11.282" v="399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20:05:04.600" v="397" actId="478"/>
          <ac:spMkLst>
            <pc:docMk/>
            <pc:sldMk cId="0" sldId="258"/>
            <ac:spMk id="11" creationId="{00000000-0000-0000-0000-000000000000}"/>
          </ac:spMkLst>
        </pc:spChg>
        <pc:spChg chg="del mod">
          <ac:chgData name="David Carballo" userId="a6ea3b2e-0d8d-477b-9aef-5860830a7859" providerId="ADAL" clId="{96B6F829-D70D-4ED8-B30B-F451AFAEC486}" dt="2026-10-07T20:07:41.098" v="445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20:07:39.018" v="444" actId="478"/>
          <ac:spMkLst>
            <pc:docMk/>
            <pc:sldMk cId="0" sldId="258"/>
            <ac:spMk id="13" creationId="{00000000-0000-0000-0000-000000000000}"/>
          </ac:spMkLst>
        </pc:spChg>
        <pc:spChg chg="del mod">
          <ac:chgData name="David Carballo" userId="a6ea3b2e-0d8d-477b-9aef-5860830a7859" providerId="ADAL" clId="{96B6F829-D70D-4ED8-B30B-F451AFAEC486}" dt="2026-10-07T20:07:24.846" v="437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20:07:18.406" v="434" actId="478"/>
          <ac:spMkLst>
            <pc:docMk/>
            <pc:sldMk cId="0" sldId="258"/>
            <ac:spMk id="15" creationId="{00000000-0000-0000-0000-000000000000}"/>
          </ac:spMkLst>
        </pc:spChg>
        <pc:spChg chg="add del mod">
          <ac:chgData name="David Carballo" userId="a6ea3b2e-0d8d-477b-9aef-5860830a7859" providerId="ADAL" clId="{96B6F829-D70D-4ED8-B30B-F451AFAEC486}" dt="2026-10-07T20:05:35.633" v="409"/>
          <ac:spMkLst>
            <pc:docMk/>
            <pc:sldMk cId="0" sldId="258"/>
            <ac:spMk id="17" creationId="{D2B14D1B-D3E9-29BE-7CD2-766A31C91E4E}"/>
          </ac:spMkLst>
        </pc:spChg>
        <pc:spChg chg="add mod">
          <ac:chgData name="David Carballo" userId="a6ea3b2e-0d8d-477b-9aef-5860830a7859" providerId="ADAL" clId="{96B6F829-D70D-4ED8-B30B-F451AFAEC486}" dt="2026-10-07T20:10:28.371" v="465" actId="404"/>
          <ac:spMkLst>
            <pc:docMk/>
            <pc:sldMk cId="0" sldId="258"/>
            <ac:spMk id="19" creationId="{3A27EB24-8B98-807A-F3D1-98131DE21D45}"/>
          </ac:spMkLst>
        </pc:spChg>
        <pc:spChg chg="add mod">
          <ac:chgData name="David Carballo" userId="a6ea3b2e-0d8d-477b-9aef-5860830a7859" providerId="ADAL" clId="{96B6F829-D70D-4ED8-B30B-F451AFAEC486}" dt="2026-10-07T20:11:28.872" v="486" actId="20577"/>
          <ac:spMkLst>
            <pc:docMk/>
            <pc:sldMk cId="0" sldId="258"/>
            <ac:spMk id="21" creationId="{92037683-E36B-3F4D-8AE8-BEF347FD756B}"/>
          </ac:spMkLst>
        </pc:spChg>
        <pc:spChg chg="add mod">
          <ac:chgData name="David Carballo" userId="a6ea3b2e-0d8d-477b-9aef-5860830a7859" providerId="ADAL" clId="{96B6F829-D70D-4ED8-B30B-F451AFAEC486}" dt="2026-10-07T20:12:15.356" v="494" actId="20577"/>
          <ac:spMkLst>
            <pc:docMk/>
            <pc:sldMk cId="0" sldId="258"/>
            <ac:spMk id="23" creationId="{FD3F2BDB-9176-BFA5-65AD-3B41D33F9A2D}"/>
          </ac:spMkLst>
        </pc:spChg>
        <pc:picChg chg="del">
          <ac:chgData name="David Carballo" userId="a6ea3b2e-0d8d-477b-9aef-5860830a7859" providerId="ADAL" clId="{96B6F829-D70D-4ED8-B30B-F451AFAEC486}" dt="2026-10-07T20:05:12.084" v="400" actId="478"/>
          <ac:picMkLst>
            <pc:docMk/>
            <pc:sldMk cId="0" sldId="258"/>
            <ac:picMk id="5" creationId="{00000000-0000-0000-0000-000000000000}"/>
          </ac:picMkLst>
        </pc:picChg>
        <pc:picChg chg="del">
          <ac:chgData name="David Carballo" userId="a6ea3b2e-0d8d-477b-9aef-5860830a7859" providerId="ADAL" clId="{96B6F829-D70D-4ED8-B30B-F451AFAEC486}" dt="2026-10-07T20:07:36.028" v="442" actId="478"/>
          <ac:picMkLst>
            <pc:docMk/>
            <pc:sldMk cId="0" sldId="258"/>
            <ac:picMk id="6" creationId="{00000000-0000-0000-0000-000000000000}"/>
          </ac:picMkLst>
        </pc:picChg>
        <pc:picChg chg="del">
          <ac:chgData name="David Carballo" userId="a6ea3b2e-0d8d-477b-9aef-5860830a7859" providerId="ADAL" clId="{96B6F829-D70D-4ED8-B30B-F451AFAEC486}" dt="2026-10-07T20:07:15.398" v="432" actId="478"/>
          <ac:picMkLst>
            <pc:docMk/>
            <pc:sldMk cId="0" sldId="258"/>
            <ac:picMk id="7" creationId="{00000000-0000-0000-0000-000000000000}"/>
          </ac:picMkLst>
        </pc:picChg>
      </pc:sldChg>
      <pc:sldChg chg="modSp add del mod">
        <pc:chgData name="David Carballo" userId="a6ea3b2e-0d8d-477b-9aef-5860830a7859" providerId="ADAL" clId="{96B6F829-D70D-4ED8-B30B-F451AFAEC486}" dt="2026-10-07T19:48:22.306" v="234" actId="47"/>
        <pc:sldMkLst>
          <pc:docMk/>
          <pc:sldMk cId="0" sldId="259"/>
        </pc:sldMkLst>
        <pc:picChg chg="mod">
          <ac:chgData name="David Carballo" userId="a6ea3b2e-0d8d-477b-9aef-5860830a7859" providerId="ADAL" clId="{96B6F829-D70D-4ED8-B30B-F451AFAEC486}" dt="2026-10-07T19:48:09.016" v="230" actId="1076"/>
          <ac:picMkLst>
            <pc:docMk/>
            <pc:sldMk cId="0" sldId="259"/>
            <ac:picMk id="3" creationId="{00000000-0000-0000-0000-000000000000}"/>
          </ac:picMkLst>
        </pc:picChg>
      </pc:sldChg>
      <pc:sldChg chg="addSp delSp modSp mod">
        <pc:chgData name="David Carballo" userId="a6ea3b2e-0d8d-477b-9aef-5860830a7859" providerId="ADAL" clId="{96B6F829-D70D-4ED8-B30B-F451AFAEC486}" dt="2026-10-07T19:54:51.092" v="293" actId="6549"/>
        <pc:sldMkLst>
          <pc:docMk/>
          <pc:sldMk cId="0" sldId="260"/>
        </pc:sldMkLst>
        <pc:spChg chg="del mod">
          <ac:chgData name="David Carballo" userId="a6ea3b2e-0d8d-477b-9aef-5860830a7859" providerId="ADAL" clId="{96B6F829-D70D-4ED8-B30B-F451AFAEC486}" dt="2026-10-07T19:48:55.607" v="236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48:56.729" v="237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49:53.079" v="249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49:42.090" v="246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49:44.281" v="247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49:46.007" v="248" actId="478"/>
          <ac:spMkLst>
            <pc:docMk/>
            <pc:sldMk cId="0" sldId="260"/>
            <ac:spMk id="7" creationId="{00000000-0000-0000-0000-000000000000}"/>
          </ac:spMkLst>
        </pc:spChg>
        <pc:spChg chg="mod">
          <ac:chgData name="David Carballo" userId="a6ea3b2e-0d8d-477b-9aef-5860830a7859" providerId="ADAL" clId="{96B6F829-D70D-4ED8-B30B-F451AFAEC486}" dt="2026-10-07T19:54:49.256" v="292" actId="6549"/>
          <ac:spMkLst>
            <pc:docMk/>
            <pc:sldMk cId="0" sldId="260"/>
            <ac:spMk id="8" creationId="{00000000-0000-0000-0000-000000000000}"/>
          </ac:spMkLst>
        </pc:spChg>
        <pc:spChg chg="mod">
          <ac:chgData name="David Carballo" userId="a6ea3b2e-0d8d-477b-9aef-5860830a7859" providerId="ADAL" clId="{96B6F829-D70D-4ED8-B30B-F451AFAEC486}" dt="2026-10-07T19:52:58.182" v="276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David Carballo" userId="a6ea3b2e-0d8d-477b-9aef-5860830a7859" providerId="ADAL" clId="{96B6F829-D70D-4ED8-B30B-F451AFAEC486}" dt="2026-10-07T19:54:51.092" v="293" actId="6549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avid Carballo" userId="a6ea3b2e-0d8d-477b-9aef-5860830a7859" providerId="ADAL" clId="{96B6F829-D70D-4ED8-B30B-F451AFAEC486}" dt="2026-10-07T19:52:58.182" v="276" actId="1076"/>
          <ac:spMkLst>
            <pc:docMk/>
            <pc:sldMk cId="0" sldId="260"/>
            <ac:spMk id="11" creationId="{00000000-0000-0000-0000-000000000000}"/>
          </ac:spMkLst>
        </pc:spChg>
        <pc:spChg chg="del mod">
          <ac:chgData name="David Carballo" userId="a6ea3b2e-0d8d-477b-9aef-5860830a7859" providerId="ADAL" clId="{96B6F829-D70D-4ED8-B30B-F451AFAEC486}" dt="2026-10-07T19:52:03.267" v="267" actId="478"/>
          <ac:spMkLst>
            <pc:docMk/>
            <pc:sldMk cId="0" sldId="260"/>
            <ac:spMk id="12" creationId="{00000000-0000-0000-0000-000000000000}"/>
          </ac:spMkLst>
        </pc:spChg>
        <pc:spChg chg="del mod">
          <ac:chgData name="David Carballo" userId="a6ea3b2e-0d8d-477b-9aef-5860830a7859" providerId="ADAL" clId="{96B6F829-D70D-4ED8-B30B-F451AFAEC486}" dt="2026-10-07T19:52:03.267" v="267" actId="478"/>
          <ac:spMkLst>
            <pc:docMk/>
            <pc:sldMk cId="0" sldId="260"/>
            <ac:spMk id="13" creationId="{00000000-0000-0000-0000-000000000000}"/>
          </ac:spMkLst>
        </pc:spChg>
        <pc:picChg chg="add mod">
          <ac:chgData name="David Carballo" userId="a6ea3b2e-0d8d-477b-9aef-5860830a7859" providerId="ADAL" clId="{96B6F829-D70D-4ED8-B30B-F451AFAEC486}" dt="2026-10-07T19:53:08.106" v="282" actId="1076"/>
          <ac:picMkLst>
            <pc:docMk/>
            <pc:sldMk cId="0" sldId="260"/>
            <ac:picMk id="14" creationId="{AB06859D-ED3C-1355-A1AF-83BB96BEE5FD}"/>
          </ac:picMkLst>
        </pc:picChg>
      </pc:sldChg>
      <pc:sldChg chg="del">
        <pc:chgData name="David Carballo" userId="a6ea3b2e-0d8d-477b-9aef-5860830a7859" providerId="ADAL" clId="{96B6F829-D70D-4ED8-B30B-F451AFAEC486}" dt="2026-10-07T19:35:41.914" v="104" actId="47"/>
        <pc:sldMkLst>
          <pc:docMk/>
          <pc:sldMk cId="0" sldId="261"/>
        </pc:sldMkLst>
      </pc:sldChg>
      <pc:sldChg chg="addSp delSp modSp mod ord">
        <pc:chgData name="David Carballo" userId="a6ea3b2e-0d8d-477b-9aef-5860830a7859" providerId="ADAL" clId="{96B6F829-D70D-4ED8-B30B-F451AFAEC486}" dt="2026-10-07T19:59:49.477" v="340" actId="1076"/>
        <pc:sldMkLst>
          <pc:docMk/>
          <pc:sldMk cId="0" sldId="262"/>
        </pc:sldMkLst>
        <pc:spChg chg="del">
          <ac:chgData name="David Carballo" userId="a6ea3b2e-0d8d-477b-9aef-5860830a7859" providerId="ADAL" clId="{96B6F829-D70D-4ED8-B30B-F451AFAEC486}" dt="2026-10-07T19:34:33.575" v="95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34:33.575" v="95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34:33.575" v="95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34:33.575" v="95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34:33.575" v="95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34:33.575" v="95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34:33.575" v="95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34:33.575" v="95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34:33.575" v="95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David Carballo" userId="a6ea3b2e-0d8d-477b-9aef-5860830a7859" providerId="ADAL" clId="{96B6F829-D70D-4ED8-B30B-F451AFAEC486}" dt="2026-10-07T19:34:33.575" v="95" actId="478"/>
          <ac:spMkLst>
            <pc:docMk/>
            <pc:sldMk cId="0" sldId="262"/>
            <ac:spMk id="17" creationId="{00000000-0000-0000-0000-000000000000}"/>
          </ac:spMkLst>
        </pc:spChg>
        <pc:spChg chg="add mod">
          <ac:chgData name="David Carballo" userId="a6ea3b2e-0d8d-477b-9aef-5860830a7859" providerId="ADAL" clId="{96B6F829-D70D-4ED8-B30B-F451AFAEC486}" dt="2026-10-07T19:59:49.477" v="340" actId="1076"/>
          <ac:spMkLst>
            <pc:docMk/>
            <pc:sldMk cId="0" sldId="262"/>
            <ac:spMk id="21" creationId="{BCD18AC5-A533-796F-4063-1E7AD6660955}"/>
          </ac:spMkLst>
        </pc:spChg>
        <pc:spChg chg="add mod">
          <ac:chgData name="David Carballo" userId="a6ea3b2e-0d8d-477b-9aef-5860830a7859" providerId="ADAL" clId="{96B6F829-D70D-4ED8-B30B-F451AFAEC486}" dt="2026-10-07T19:59:49.477" v="340" actId="1076"/>
          <ac:spMkLst>
            <pc:docMk/>
            <pc:sldMk cId="0" sldId="262"/>
            <ac:spMk id="23" creationId="{8BE17130-8D06-80BB-7EC2-5A274DEC12E2}"/>
          </ac:spMkLst>
        </pc:spChg>
        <pc:spChg chg="add mod">
          <ac:chgData name="David Carballo" userId="a6ea3b2e-0d8d-477b-9aef-5860830a7859" providerId="ADAL" clId="{96B6F829-D70D-4ED8-B30B-F451AFAEC486}" dt="2026-10-07T19:59:49.477" v="340" actId="1076"/>
          <ac:spMkLst>
            <pc:docMk/>
            <pc:sldMk cId="0" sldId="262"/>
            <ac:spMk id="25" creationId="{FC5C0942-DE0C-BBC7-6344-64189D40481B}"/>
          </ac:spMkLst>
        </pc:spChg>
        <pc:spChg chg="add mod">
          <ac:chgData name="David Carballo" userId="a6ea3b2e-0d8d-477b-9aef-5860830a7859" providerId="ADAL" clId="{96B6F829-D70D-4ED8-B30B-F451AFAEC486}" dt="2026-10-07T19:34:39.206" v="97" actId="207"/>
          <ac:spMkLst>
            <pc:docMk/>
            <pc:sldMk cId="0" sldId="262"/>
            <ac:spMk id="27" creationId="{36A07AEE-0F62-2C42-682A-7DE5298594BB}"/>
          </ac:spMkLst>
        </pc:spChg>
        <pc:spChg chg="add mod">
          <ac:chgData name="David Carballo" userId="a6ea3b2e-0d8d-477b-9aef-5860830a7859" providerId="ADAL" clId="{96B6F829-D70D-4ED8-B30B-F451AFAEC486}" dt="2026-10-07T19:59:40.956" v="339" actId="108"/>
          <ac:spMkLst>
            <pc:docMk/>
            <pc:sldMk cId="0" sldId="262"/>
            <ac:spMk id="29" creationId="{EAEC55F3-DA13-FAD0-0FCF-EE05BEE38E18}"/>
          </ac:spMkLst>
        </pc:spChg>
        <pc:spChg chg="add mod">
          <ac:chgData name="David Carballo" userId="a6ea3b2e-0d8d-477b-9aef-5860830a7859" providerId="ADAL" clId="{96B6F829-D70D-4ED8-B30B-F451AFAEC486}" dt="2026-10-07T19:59:49.477" v="340" actId="1076"/>
          <ac:spMkLst>
            <pc:docMk/>
            <pc:sldMk cId="0" sldId="262"/>
            <ac:spMk id="31" creationId="{EAEFB618-9E5F-7915-6E95-15F4AEBC67EE}"/>
          </ac:spMkLst>
        </pc:spChg>
        <pc:spChg chg="add mod">
          <ac:chgData name="David Carballo" userId="a6ea3b2e-0d8d-477b-9aef-5860830a7859" providerId="ADAL" clId="{96B6F829-D70D-4ED8-B30B-F451AFAEC486}" dt="2026-10-07T19:59:49.477" v="340" actId="1076"/>
          <ac:spMkLst>
            <pc:docMk/>
            <pc:sldMk cId="0" sldId="262"/>
            <ac:spMk id="33" creationId="{50C41944-71C9-49E8-16E4-D19A88B65314}"/>
          </ac:spMkLst>
        </pc:spChg>
        <pc:spChg chg="add mod">
          <ac:chgData name="David Carballo" userId="a6ea3b2e-0d8d-477b-9aef-5860830a7859" providerId="ADAL" clId="{96B6F829-D70D-4ED8-B30B-F451AFAEC486}" dt="2026-10-07T19:59:49.477" v="340" actId="1076"/>
          <ac:spMkLst>
            <pc:docMk/>
            <pc:sldMk cId="0" sldId="262"/>
            <ac:spMk id="35" creationId="{E8AE3BBA-ECCE-5CDB-E5C0-8B6899BEB34C}"/>
          </ac:spMkLst>
        </pc:spChg>
        <pc:picChg chg="del">
          <ac:chgData name="David Carballo" userId="a6ea3b2e-0d8d-477b-9aef-5860830a7859" providerId="ADAL" clId="{96B6F829-D70D-4ED8-B30B-F451AFAEC486}" dt="2026-10-07T19:33:33.119" v="81" actId="478"/>
          <ac:picMkLst>
            <pc:docMk/>
            <pc:sldMk cId="0" sldId="262"/>
            <ac:picMk id="9" creationId="{00000000-0000-0000-0000-000000000000}"/>
          </ac:picMkLst>
        </pc:picChg>
      </pc:sldChg>
      <pc:sldChg chg="delSp modSp del mod">
        <pc:chgData name="David Carballo" userId="a6ea3b2e-0d8d-477b-9aef-5860830a7859" providerId="ADAL" clId="{96B6F829-D70D-4ED8-B30B-F451AFAEC486}" dt="2026-10-07T19:34:51.879" v="100" actId="47"/>
        <pc:sldMkLst>
          <pc:docMk/>
          <pc:sldMk cId="0" sldId="264"/>
        </pc:sldMkLst>
        <pc:spChg chg="del mod">
          <ac:chgData name="David Carballo" userId="a6ea3b2e-0d8d-477b-9aef-5860830a7859" providerId="ADAL" clId="{96B6F829-D70D-4ED8-B30B-F451AFAEC486}" dt="2026-10-07T19:34:15.438" v="94" actId="478"/>
          <ac:spMkLst>
            <pc:docMk/>
            <pc:sldMk cId="0" sldId="264"/>
            <ac:spMk id="2" creationId="{00000000-0000-0000-0000-000000000000}"/>
          </ac:spMkLst>
        </pc:spChg>
        <pc:picChg chg="del">
          <ac:chgData name="David Carballo" userId="a6ea3b2e-0d8d-477b-9aef-5860830a7859" providerId="ADAL" clId="{96B6F829-D70D-4ED8-B30B-F451AFAEC486}" dt="2026-10-07T19:33:42.612" v="82" actId="478"/>
          <ac:picMkLst>
            <pc:docMk/>
            <pc:sldMk cId="0" sldId="264"/>
            <ac:picMk id="6" creationId="{00000000-0000-0000-0000-000000000000}"/>
          </ac:picMkLst>
        </pc:picChg>
      </pc:sldChg>
      <pc:sldChg chg="del">
        <pc:chgData name="David Carballo" userId="a6ea3b2e-0d8d-477b-9aef-5860830a7859" providerId="ADAL" clId="{96B6F829-D70D-4ED8-B30B-F451AFAEC486}" dt="2026-10-07T19:33:47.775" v="83" actId="47"/>
        <pc:sldMkLst>
          <pc:docMk/>
          <pc:sldMk cId="0" sldId="265"/>
        </pc:sldMkLst>
      </pc:sldChg>
      <pc:sldChg chg="del">
        <pc:chgData name="David Carballo" userId="a6ea3b2e-0d8d-477b-9aef-5860830a7859" providerId="ADAL" clId="{96B6F829-D70D-4ED8-B30B-F451AFAEC486}" dt="2026-10-07T19:33:50.128" v="84" actId="47"/>
        <pc:sldMkLst>
          <pc:docMk/>
          <pc:sldMk cId="0" sldId="266"/>
        </pc:sldMkLst>
      </pc:sldChg>
      <pc:sldChg chg="addSp delSp modSp add mod ord setBg">
        <pc:chgData name="David Carballo" userId="a6ea3b2e-0d8d-477b-9aef-5860830a7859" providerId="ADAL" clId="{96B6F829-D70D-4ED8-B30B-F451AFAEC486}" dt="2026-10-07T19:59:06.244" v="338"/>
        <pc:sldMkLst>
          <pc:docMk/>
          <pc:sldMk cId="2755414019" sldId="267"/>
        </pc:sldMkLst>
        <pc:spChg chg="mod">
          <ac:chgData name="David Carballo" userId="a6ea3b2e-0d8d-477b-9aef-5860830a7859" providerId="ADAL" clId="{96B6F829-D70D-4ED8-B30B-F451AFAEC486}" dt="2026-10-07T19:40:20.913" v="142" actId="1076"/>
          <ac:spMkLst>
            <pc:docMk/>
            <pc:sldMk cId="2755414019" sldId="267"/>
            <ac:spMk id="7" creationId="{10A3C3E5-B1AB-01FE-04E6-936647780C3C}"/>
          </ac:spMkLst>
        </pc:spChg>
        <pc:spChg chg="mod">
          <ac:chgData name="David Carballo" userId="a6ea3b2e-0d8d-477b-9aef-5860830a7859" providerId="ADAL" clId="{96B6F829-D70D-4ED8-B30B-F451AFAEC486}" dt="2026-10-07T19:40:20.913" v="142" actId="1076"/>
          <ac:spMkLst>
            <pc:docMk/>
            <pc:sldMk cId="2755414019" sldId="267"/>
            <ac:spMk id="8" creationId="{B229AF18-BFEC-E288-8BA9-68A4F0FF22D1}"/>
          </ac:spMkLst>
        </pc:spChg>
        <pc:spChg chg="mod">
          <ac:chgData name="David Carballo" userId="a6ea3b2e-0d8d-477b-9aef-5860830a7859" providerId="ADAL" clId="{96B6F829-D70D-4ED8-B30B-F451AFAEC486}" dt="2026-10-07T19:40:28.069" v="161" actId="1035"/>
          <ac:spMkLst>
            <pc:docMk/>
            <pc:sldMk cId="2755414019" sldId="267"/>
            <ac:spMk id="9" creationId="{B4B902E3-895C-905B-A072-238875419AE5}"/>
          </ac:spMkLst>
        </pc:spChg>
        <pc:spChg chg="del">
          <ac:chgData name="David Carballo" userId="a6ea3b2e-0d8d-477b-9aef-5860830a7859" providerId="ADAL" clId="{96B6F829-D70D-4ED8-B30B-F451AFAEC486}" dt="2026-10-07T19:37:17.789" v="109" actId="478"/>
          <ac:spMkLst>
            <pc:docMk/>
            <pc:sldMk cId="2755414019" sldId="267"/>
            <ac:spMk id="10" creationId="{1539B7F1-244D-4A4C-6E3F-2F7A46F1016E}"/>
          </ac:spMkLst>
        </pc:spChg>
        <pc:spChg chg="del mod">
          <ac:chgData name="David Carballo" userId="a6ea3b2e-0d8d-477b-9aef-5860830a7859" providerId="ADAL" clId="{96B6F829-D70D-4ED8-B30B-F451AFAEC486}" dt="2026-10-07T19:37:17.789" v="109" actId="478"/>
          <ac:spMkLst>
            <pc:docMk/>
            <pc:sldMk cId="2755414019" sldId="267"/>
            <ac:spMk id="11" creationId="{A9F2FB1E-DF0A-F1F8-B90F-110A51814C3A}"/>
          </ac:spMkLst>
        </pc:spChg>
        <pc:spChg chg="del">
          <ac:chgData name="David Carballo" userId="a6ea3b2e-0d8d-477b-9aef-5860830a7859" providerId="ADAL" clId="{96B6F829-D70D-4ED8-B30B-F451AFAEC486}" dt="2026-10-07T19:37:17.789" v="109" actId="478"/>
          <ac:spMkLst>
            <pc:docMk/>
            <pc:sldMk cId="2755414019" sldId="267"/>
            <ac:spMk id="12" creationId="{0365DCBA-FFC5-E8B8-F78F-3E6A9AB5A3BB}"/>
          </ac:spMkLst>
        </pc:spChg>
        <pc:spChg chg="add mod">
          <ac:chgData name="David Carballo" userId="a6ea3b2e-0d8d-477b-9aef-5860830a7859" providerId="ADAL" clId="{96B6F829-D70D-4ED8-B30B-F451AFAEC486}" dt="2026-10-07T19:40:28.069" v="161" actId="1035"/>
          <ac:spMkLst>
            <pc:docMk/>
            <pc:sldMk cId="2755414019" sldId="267"/>
            <ac:spMk id="13" creationId="{2B4BC8D9-4246-3B73-D2AE-0D259C715BA0}"/>
          </ac:spMkLst>
        </pc:spChg>
        <pc:spChg chg="add mod">
          <ac:chgData name="David Carballo" userId="a6ea3b2e-0d8d-477b-9aef-5860830a7859" providerId="ADAL" clId="{96B6F829-D70D-4ED8-B30B-F451AFAEC486}" dt="2026-10-07T19:40:28.069" v="161" actId="1035"/>
          <ac:spMkLst>
            <pc:docMk/>
            <pc:sldMk cId="2755414019" sldId="267"/>
            <ac:spMk id="14" creationId="{8089ED7D-9B61-AAB8-8DF1-074CBB29757B}"/>
          </ac:spMkLst>
        </pc:spChg>
        <pc:spChg chg="add mod">
          <ac:chgData name="David Carballo" userId="a6ea3b2e-0d8d-477b-9aef-5860830a7859" providerId="ADAL" clId="{96B6F829-D70D-4ED8-B30B-F451AFAEC486}" dt="2026-10-07T19:40:28.069" v="161" actId="1035"/>
          <ac:spMkLst>
            <pc:docMk/>
            <pc:sldMk cId="2755414019" sldId="267"/>
            <ac:spMk id="16" creationId="{AE0DDD6E-0036-370C-9666-CE1F1226B48C}"/>
          </ac:spMkLst>
        </pc:spChg>
        <pc:spChg chg="add del mod">
          <ac:chgData name="David Carballo" userId="a6ea3b2e-0d8d-477b-9aef-5860830a7859" providerId="ADAL" clId="{96B6F829-D70D-4ED8-B30B-F451AFAEC486}" dt="2026-10-07T19:38:21.665" v="125"/>
          <ac:spMkLst>
            <pc:docMk/>
            <pc:sldMk cId="2755414019" sldId="267"/>
            <ac:spMk id="17" creationId="{076FB40A-1A9D-B1AE-4770-61CC46E65E8D}"/>
          </ac:spMkLst>
        </pc:spChg>
        <pc:spChg chg="add mod">
          <ac:chgData name="David Carballo" userId="a6ea3b2e-0d8d-477b-9aef-5860830a7859" providerId="ADAL" clId="{96B6F829-D70D-4ED8-B30B-F451AFAEC486}" dt="2026-10-07T19:40:28.069" v="161" actId="1035"/>
          <ac:spMkLst>
            <pc:docMk/>
            <pc:sldMk cId="2755414019" sldId="267"/>
            <ac:spMk id="19" creationId="{27AA5054-EB74-BD7D-0364-9F600C95A2EC}"/>
          </ac:spMkLst>
        </pc:spChg>
        <pc:spChg chg="add mod">
          <ac:chgData name="David Carballo" userId="a6ea3b2e-0d8d-477b-9aef-5860830a7859" providerId="ADAL" clId="{96B6F829-D70D-4ED8-B30B-F451AFAEC486}" dt="2026-10-07T19:40:28.069" v="161" actId="1035"/>
          <ac:spMkLst>
            <pc:docMk/>
            <pc:sldMk cId="2755414019" sldId="267"/>
            <ac:spMk id="21" creationId="{260E2EC7-C21A-F0F3-7952-A9321F75A3AD}"/>
          </ac:spMkLst>
        </pc:spChg>
        <pc:picChg chg="del">
          <ac:chgData name="David Carballo" userId="a6ea3b2e-0d8d-477b-9aef-5860830a7859" providerId="ADAL" clId="{96B6F829-D70D-4ED8-B30B-F451AFAEC486}" dt="2026-10-07T19:37:19.981" v="111" actId="478"/>
          <ac:picMkLst>
            <pc:docMk/>
            <pc:sldMk cId="2755414019" sldId="267"/>
            <ac:picMk id="3" creationId="{E3C3C48F-E585-4C29-A571-A977E3EB3A44}"/>
          </ac:picMkLst>
        </pc:picChg>
        <pc:picChg chg="del">
          <ac:chgData name="David Carballo" userId="a6ea3b2e-0d8d-477b-9aef-5860830a7859" providerId="ADAL" clId="{96B6F829-D70D-4ED8-B30B-F451AFAEC486}" dt="2026-10-07T19:37:17.789" v="109" actId="478"/>
          <ac:picMkLst>
            <pc:docMk/>
            <pc:sldMk cId="2755414019" sldId="267"/>
            <ac:picMk id="4" creationId="{BC8F5BEE-8B73-9886-ECF2-3169A5D61F6B}"/>
          </ac:picMkLst>
        </pc:picChg>
        <pc:picChg chg="del">
          <ac:chgData name="David Carballo" userId="a6ea3b2e-0d8d-477b-9aef-5860830a7859" providerId="ADAL" clId="{96B6F829-D70D-4ED8-B30B-F451AFAEC486}" dt="2026-10-07T19:37:18.492" v="110" actId="478"/>
          <ac:picMkLst>
            <pc:docMk/>
            <pc:sldMk cId="2755414019" sldId="267"/>
            <ac:picMk id="5" creationId="{A391D2D1-57B9-84B6-AE09-69063650D1CD}"/>
          </ac:picMkLst>
        </pc:picChg>
        <pc:picChg chg="del">
          <ac:chgData name="David Carballo" userId="a6ea3b2e-0d8d-477b-9aef-5860830a7859" providerId="ADAL" clId="{96B6F829-D70D-4ED8-B30B-F451AFAEC486}" dt="2026-10-07T19:37:17.789" v="109" actId="478"/>
          <ac:picMkLst>
            <pc:docMk/>
            <pc:sldMk cId="2755414019" sldId="267"/>
            <ac:picMk id="6" creationId="{31182B2A-D929-F915-4D79-2BA7A1DACF82}"/>
          </ac:picMkLst>
        </pc:picChg>
        <pc:picChg chg="del">
          <ac:chgData name="David Carballo" userId="a6ea3b2e-0d8d-477b-9aef-5860830a7859" providerId="ADAL" clId="{96B6F829-D70D-4ED8-B30B-F451AFAEC486}" dt="2026-10-07T19:33:17.443" v="79" actId="478"/>
          <ac:picMkLst>
            <pc:docMk/>
            <pc:sldMk cId="2755414019" sldId="267"/>
            <ac:picMk id="14" creationId="{446C4DE1-4740-984E-3AD1-D477CDC74037}"/>
          </ac:picMkLst>
        </pc:picChg>
      </pc:sldChg>
      <pc:sldChg chg="add ord setBg">
        <pc:chgData name="David Carballo" userId="a6ea3b2e-0d8d-477b-9aef-5860830a7859" providerId="ADAL" clId="{96B6F829-D70D-4ED8-B30B-F451AFAEC486}" dt="2026-10-07T19:34:00.706" v="88"/>
        <pc:sldMkLst>
          <pc:docMk/>
          <pc:sldMk cId="3003854738" sldId="268"/>
        </pc:sldMkLst>
      </pc:sldChg>
      <pc:sldChg chg="modSp add mod ord setBg">
        <pc:chgData name="David Carballo" userId="a6ea3b2e-0d8d-477b-9aef-5860830a7859" providerId="ADAL" clId="{96B6F829-D70D-4ED8-B30B-F451AFAEC486}" dt="2026-10-07T20:12:59.247" v="496" actId="1076"/>
        <pc:sldMkLst>
          <pc:docMk/>
          <pc:sldMk cId="1474911700" sldId="269"/>
        </pc:sldMkLst>
        <pc:spChg chg="mod">
          <ac:chgData name="David Carballo" userId="a6ea3b2e-0d8d-477b-9aef-5860830a7859" providerId="ADAL" clId="{96B6F829-D70D-4ED8-B30B-F451AFAEC486}" dt="2026-10-07T20:12:59.247" v="496" actId="1076"/>
          <ac:spMkLst>
            <pc:docMk/>
            <pc:sldMk cId="1474911700" sldId="269"/>
            <ac:spMk id="3" creationId="{9ED1BD66-7140-C6B4-BE16-8EB93DA63130}"/>
          </ac:spMkLst>
        </pc:spChg>
        <pc:spChg chg="mod">
          <ac:chgData name="David Carballo" userId="a6ea3b2e-0d8d-477b-9aef-5860830a7859" providerId="ADAL" clId="{96B6F829-D70D-4ED8-B30B-F451AFAEC486}" dt="2026-10-07T20:12:59.247" v="496" actId="1076"/>
          <ac:spMkLst>
            <pc:docMk/>
            <pc:sldMk cId="1474911700" sldId="269"/>
            <ac:spMk id="8" creationId="{088EEE85-2744-8B57-7053-6E6412072A51}"/>
          </ac:spMkLst>
        </pc:spChg>
        <pc:spChg chg="mod">
          <ac:chgData name="David Carballo" userId="a6ea3b2e-0d8d-477b-9aef-5860830a7859" providerId="ADAL" clId="{96B6F829-D70D-4ED8-B30B-F451AFAEC486}" dt="2026-10-07T20:12:59.247" v="496" actId="1076"/>
          <ac:spMkLst>
            <pc:docMk/>
            <pc:sldMk cId="1474911700" sldId="269"/>
            <ac:spMk id="10" creationId="{071C3FD7-8A45-2C39-A4B3-EFACE83EB3E3}"/>
          </ac:spMkLst>
        </pc:spChg>
        <pc:spChg chg="mod">
          <ac:chgData name="David Carballo" userId="a6ea3b2e-0d8d-477b-9aef-5860830a7859" providerId="ADAL" clId="{96B6F829-D70D-4ED8-B30B-F451AFAEC486}" dt="2026-10-07T20:12:59.247" v="496" actId="1076"/>
          <ac:spMkLst>
            <pc:docMk/>
            <pc:sldMk cId="1474911700" sldId="269"/>
            <ac:spMk id="11" creationId="{5BD4DDCD-7203-DA87-77BE-EDD792B44CC4}"/>
          </ac:spMkLst>
        </pc:spChg>
        <pc:spChg chg="mod">
          <ac:chgData name="David Carballo" userId="a6ea3b2e-0d8d-477b-9aef-5860830a7859" providerId="ADAL" clId="{96B6F829-D70D-4ED8-B30B-F451AFAEC486}" dt="2026-10-07T20:12:59.247" v="496" actId="1076"/>
          <ac:spMkLst>
            <pc:docMk/>
            <pc:sldMk cId="1474911700" sldId="269"/>
            <ac:spMk id="12" creationId="{782C4A75-6226-BCEE-644F-E0E2F836B990}"/>
          </ac:spMkLst>
        </pc:spChg>
        <pc:spChg chg="mod">
          <ac:chgData name="David Carballo" userId="a6ea3b2e-0d8d-477b-9aef-5860830a7859" providerId="ADAL" clId="{96B6F829-D70D-4ED8-B30B-F451AFAEC486}" dt="2026-10-07T20:12:59.247" v="496" actId="1076"/>
          <ac:spMkLst>
            <pc:docMk/>
            <pc:sldMk cId="1474911700" sldId="269"/>
            <ac:spMk id="13" creationId="{A6F8B581-7A01-E32B-7D25-DD20708494FF}"/>
          </ac:spMkLst>
        </pc:spChg>
        <pc:spChg chg="mod">
          <ac:chgData name="David Carballo" userId="a6ea3b2e-0d8d-477b-9aef-5860830a7859" providerId="ADAL" clId="{96B6F829-D70D-4ED8-B30B-F451AFAEC486}" dt="2026-10-07T20:12:59.247" v="496" actId="1076"/>
          <ac:spMkLst>
            <pc:docMk/>
            <pc:sldMk cId="1474911700" sldId="269"/>
            <ac:spMk id="14" creationId="{040F0AF3-DD9F-21A7-C946-48B73F0C9340}"/>
          </ac:spMkLst>
        </pc:spChg>
        <pc:spChg chg="mod">
          <ac:chgData name="David Carballo" userId="a6ea3b2e-0d8d-477b-9aef-5860830a7859" providerId="ADAL" clId="{96B6F829-D70D-4ED8-B30B-F451AFAEC486}" dt="2026-10-07T20:12:59.247" v="496" actId="1076"/>
          <ac:spMkLst>
            <pc:docMk/>
            <pc:sldMk cId="1474911700" sldId="269"/>
            <ac:spMk id="15" creationId="{F20EF710-527A-E964-2233-22450D165FA8}"/>
          </ac:spMkLst>
        </pc:spChg>
        <pc:spChg chg="mod">
          <ac:chgData name="David Carballo" userId="a6ea3b2e-0d8d-477b-9aef-5860830a7859" providerId="ADAL" clId="{96B6F829-D70D-4ED8-B30B-F451AFAEC486}" dt="2026-10-07T20:12:59.247" v="496" actId="1076"/>
          <ac:spMkLst>
            <pc:docMk/>
            <pc:sldMk cId="1474911700" sldId="269"/>
            <ac:spMk id="16" creationId="{A52063FE-C91A-5CA4-1D9C-B590442782E3}"/>
          </ac:spMkLst>
        </pc:spChg>
        <pc:spChg chg="mod">
          <ac:chgData name="David Carballo" userId="a6ea3b2e-0d8d-477b-9aef-5860830a7859" providerId="ADAL" clId="{96B6F829-D70D-4ED8-B30B-F451AFAEC486}" dt="2026-10-07T20:12:59.247" v="496" actId="1076"/>
          <ac:spMkLst>
            <pc:docMk/>
            <pc:sldMk cId="1474911700" sldId="269"/>
            <ac:spMk id="17" creationId="{587131A8-930C-BD8A-73F2-A01EF35B65E7}"/>
          </ac:spMkLst>
        </pc:spChg>
      </pc:sldChg>
      <pc:sldChg chg="modSp add mod ord setBg">
        <pc:chgData name="David Carballo" userId="a6ea3b2e-0d8d-477b-9aef-5860830a7859" providerId="ADAL" clId="{96B6F829-D70D-4ED8-B30B-F451AFAEC486}" dt="2026-10-07T19:43:07.821" v="182" actId="6549"/>
        <pc:sldMkLst>
          <pc:docMk/>
          <pc:sldMk cId="1806895329" sldId="270"/>
        </pc:sldMkLst>
        <pc:spChg chg="mod">
          <ac:chgData name="David Carballo" userId="a6ea3b2e-0d8d-477b-9aef-5860830a7859" providerId="ADAL" clId="{96B6F829-D70D-4ED8-B30B-F451AFAEC486}" dt="2026-10-07T19:42:19.089" v="175" actId="6549"/>
          <ac:spMkLst>
            <pc:docMk/>
            <pc:sldMk cId="1806895329" sldId="270"/>
            <ac:spMk id="4" creationId="{B848C721-EE3C-5719-03C9-E3CD5DE241F8}"/>
          </ac:spMkLst>
        </pc:spChg>
        <pc:spChg chg="mod">
          <ac:chgData name="David Carballo" userId="a6ea3b2e-0d8d-477b-9aef-5860830a7859" providerId="ADAL" clId="{96B6F829-D70D-4ED8-B30B-F451AFAEC486}" dt="2026-10-07T19:43:07.821" v="182" actId="6549"/>
          <ac:spMkLst>
            <pc:docMk/>
            <pc:sldMk cId="1806895329" sldId="270"/>
            <ac:spMk id="5" creationId="{B2518ABF-9189-36EB-85D6-44E1645A3591}"/>
          </ac:spMkLst>
        </pc:spChg>
      </pc:sldChg>
      <pc:sldChg chg="addSp delSp modSp add mod ord">
        <pc:chgData name="David Carballo" userId="a6ea3b2e-0d8d-477b-9aef-5860830a7859" providerId="ADAL" clId="{96B6F829-D70D-4ED8-B30B-F451AFAEC486}" dt="2026-10-07T20:15:37.297" v="497" actId="20577"/>
        <pc:sldMkLst>
          <pc:docMk/>
          <pc:sldMk cId="841173608" sldId="271"/>
        </pc:sldMkLst>
        <pc:spChg chg="mod">
          <ac:chgData name="David Carballo" userId="a6ea3b2e-0d8d-477b-9aef-5860830a7859" providerId="ADAL" clId="{96B6F829-D70D-4ED8-B30B-F451AFAEC486}" dt="2026-10-07T20:15:37.297" v="497" actId="20577"/>
          <ac:spMkLst>
            <pc:docMk/>
            <pc:sldMk cId="841173608" sldId="271"/>
            <ac:spMk id="4" creationId="{CD1B7246-CAD6-4CEB-2374-DE63853FF94A}"/>
          </ac:spMkLst>
        </pc:spChg>
        <pc:spChg chg="del">
          <ac:chgData name="David Carballo" userId="a6ea3b2e-0d8d-477b-9aef-5860830a7859" providerId="ADAL" clId="{96B6F829-D70D-4ED8-B30B-F451AFAEC486}" dt="2026-10-07T19:47:31.040" v="222" actId="478"/>
          <ac:spMkLst>
            <pc:docMk/>
            <pc:sldMk cId="841173608" sldId="271"/>
            <ac:spMk id="5" creationId="{4A8EA65D-475F-949D-508F-D0DDA2BA6423}"/>
          </ac:spMkLst>
        </pc:spChg>
        <pc:picChg chg="del">
          <ac:chgData name="David Carballo" userId="a6ea3b2e-0d8d-477b-9aef-5860830a7859" providerId="ADAL" clId="{96B6F829-D70D-4ED8-B30B-F451AFAEC486}" dt="2026-10-07T19:47:29.527" v="221" actId="478"/>
          <ac:picMkLst>
            <pc:docMk/>
            <pc:sldMk cId="841173608" sldId="271"/>
            <ac:picMk id="2" creationId="{DF713787-C4F3-F1F6-5746-3FDB3138C826}"/>
          </ac:picMkLst>
        </pc:picChg>
        <pc:picChg chg="del">
          <ac:chgData name="David Carballo" userId="a6ea3b2e-0d8d-477b-9aef-5860830a7859" providerId="ADAL" clId="{96B6F829-D70D-4ED8-B30B-F451AFAEC486}" dt="2026-10-07T19:47:28.961" v="220" actId="478"/>
          <ac:picMkLst>
            <pc:docMk/>
            <pc:sldMk cId="841173608" sldId="271"/>
            <ac:picMk id="3" creationId="{2F096145-7348-2704-344D-943B5BE73ED4}"/>
          </ac:picMkLst>
        </pc:picChg>
        <pc:picChg chg="add">
          <ac:chgData name="David Carballo" userId="a6ea3b2e-0d8d-477b-9aef-5860830a7859" providerId="ADAL" clId="{96B6F829-D70D-4ED8-B30B-F451AFAEC486}" dt="2026-10-07T19:48:12.392" v="231" actId="22"/>
          <ac:picMkLst>
            <pc:docMk/>
            <pc:sldMk cId="841173608" sldId="271"/>
            <ac:picMk id="7" creationId="{DCAC2A01-D51C-7AC9-5842-D80168576AE8}"/>
          </ac:picMkLst>
        </pc:picChg>
        <pc:picChg chg="add">
          <ac:chgData name="David Carballo" userId="a6ea3b2e-0d8d-477b-9aef-5860830a7859" providerId="ADAL" clId="{96B6F829-D70D-4ED8-B30B-F451AFAEC486}" dt="2026-10-07T19:48:12.392" v="231" actId="22"/>
          <ac:picMkLst>
            <pc:docMk/>
            <pc:sldMk cId="841173608" sldId="271"/>
            <ac:picMk id="9" creationId="{BDD8121D-4B8C-C04A-EF39-878C0519E001}"/>
          </ac:picMkLst>
        </pc:picChg>
      </pc:sldChg>
      <pc:sldChg chg="addSp delSp modSp add del mod">
        <pc:chgData name="David Carballo" userId="a6ea3b2e-0d8d-477b-9aef-5860830a7859" providerId="ADAL" clId="{96B6F829-D70D-4ED8-B30B-F451AFAEC486}" dt="2026-10-07T19:46:00.425" v="210" actId="47"/>
        <pc:sldMkLst>
          <pc:docMk/>
          <pc:sldMk cId="3651760998" sldId="272"/>
        </pc:sldMkLst>
        <pc:spChg chg="del">
          <ac:chgData name="David Carballo" userId="a6ea3b2e-0d8d-477b-9aef-5860830a7859" providerId="ADAL" clId="{96B6F829-D70D-4ED8-B30B-F451AFAEC486}" dt="2026-10-07T19:43:39.895" v="184" actId="478"/>
          <ac:spMkLst>
            <pc:docMk/>
            <pc:sldMk cId="3651760998" sldId="272"/>
            <ac:spMk id="4" creationId="{B4EA3168-4862-B8AA-2512-A0F4AD1145E2}"/>
          </ac:spMkLst>
        </pc:spChg>
        <pc:spChg chg="del mod">
          <ac:chgData name="David Carballo" userId="a6ea3b2e-0d8d-477b-9aef-5860830a7859" providerId="ADAL" clId="{96B6F829-D70D-4ED8-B30B-F451AFAEC486}" dt="2026-10-07T19:45:15.599" v="198" actId="478"/>
          <ac:spMkLst>
            <pc:docMk/>
            <pc:sldMk cId="3651760998" sldId="272"/>
            <ac:spMk id="5" creationId="{BA270537-7E5F-18D6-4056-D0446AA518D0}"/>
          </ac:spMkLst>
        </pc:spChg>
        <pc:spChg chg="add del mod">
          <ac:chgData name="David Carballo" userId="a6ea3b2e-0d8d-477b-9aef-5860830a7859" providerId="ADAL" clId="{96B6F829-D70D-4ED8-B30B-F451AFAEC486}" dt="2026-10-07T19:44:35.399" v="191"/>
          <ac:spMkLst>
            <pc:docMk/>
            <pc:sldMk cId="3651760998" sldId="272"/>
            <ac:spMk id="6" creationId="{701CFBE9-62AF-9918-A271-82157CA26421}"/>
          </ac:spMkLst>
        </pc:spChg>
        <pc:spChg chg="add del">
          <ac:chgData name="David Carballo" userId="a6ea3b2e-0d8d-477b-9aef-5860830a7859" providerId="ADAL" clId="{96B6F829-D70D-4ED8-B30B-F451AFAEC486}" dt="2026-10-07T19:44:38.028" v="193" actId="22"/>
          <ac:spMkLst>
            <pc:docMk/>
            <pc:sldMk cId="3651760998" sldId="272"/>
            <ac:spMk id="8" creationId="{A58EAFBD-046F-D93A-6764-3A93CE7469EE}"/>
          </ac:spMkLst>
        </pc:spChg>
        <pc:spChg chg="add mod">
          <ac:chgData name="David Carballo" userId="a6ea3b2e-0d8d-477b-9aef-5860830a7859" providerId="ADAL" clId="{96B6F829-D70D-4ED8-B30B-F451AFAEC486}" dt="2026-10-07T19:45:23.488" v="200" actId="1076"/>
          <ac:spMkLst>
            <pc:docMk/>
            <pc:sldMk cId="3651760998" sldId="272"/>
            <ac:spMk id="10" creationId="{14446D0E-6CC6-25B5-3886-697927E6AF12}"/>
          </ac:spMkLst>
        </pc:spChg>
        <pc:picChg chg="del mod">
          <ac:chgData name="David Carballo" userId="a6ea3b2e-0d8d-477b-9aef-5860830a7859" providerId="ADAL" clId="{96B6F829-D70D-4ED8-B30B-F451AFAEC486}" dt="2026-10-07T19:43:41.693" v="187" actId="478"/>
          <ac:picMkLst>
            <pc:docMk/>
            <pc:sldMk cId="3651760998" sldId="272"/>
            <ac:picMk id="2" creationId="{D11DF11E-3DC2-FFB3-4520-E308CA25923F}"/>
          </ac:picMkLst>
        </pc:picChg>
        <pc:picChg chg="del">
          <ac:chgData name="David Carballo" userId="a6ea3b2e-0d8d-477b-9aef-5860830a7859" providerId="ADAL" clId="{96B6F829-D70D-4ED8-B30B-F451AFAEC486}" dt="2026-10-07T19:43:40.682" v="185" actId="478"/>
          <ac:picMkLst>
            <pc:docMk/>
            <pc:sldMk cId="3651760998" sldId="272"/>
            <ac:picMk id="3" creationId="{E402FCAC-4456-8190-9839-E0C8699735D5}"/>
          </ac:picMkLst>
        </pc:picChg>
      </pc:sldChg>
      <pc:sldChg chg="addSp delSp modSp add mod">
        <pc:chgData name="David Carballo" userId="a6ea3b2e-0d8d-477b-9aef-5860830a7859" providerId="ADAL" clId="{96B6F829-D70D-4ED8-B30B-F451AFAEC486}" dt="2026-10-07T20:02:46.500" v="376" actId="1076"/>
        <pc:sldMkLst>
          <pc:docMk/>
          <pc:sldMk cId="3021829914" sldId="273"/>
        </pc:sldMkLst>
        <pc:spChg chg="add mod">
          <ac:chgData name="David Carballo" userId="a6ea3b2e-0d8d-477b-9aef-5860830a7859" providerId="ADAL" clId="{96B6F829-D70D-4ED8-B30B-F451AFAEC486}" dt="2026-10-07T20:02:44.740" v="375" actId="1076"/>
          <ac:spMkLst>
            <pc:docMk/>
            <pc:sldMk cId="3021829914" sldId="273"/>
            <ac:spMk id="3" creationId="{7F1C90D5-06E2-DD94-BFD1-9DAC4B9BB4C6}"/>
          </ac:spMkLst>
        </pc:spChg>
        <pc:spChg chg="add mod">
          <ac:chgData name="David Carballo" userId="a6ea3b2e-0d8d-477b-9aef-5860830a7859" providerId="ADAL" clId="{96B6F829-D70D-4ED8-B30B-F451AFAEC486}" dt="2026-10-07T20:02:46.500" v="376" actId="1076"/>
          <ac:spMkLst>
            <pc:docMk/>
            <pc:sldMk cId="3021829914" sldId="273"/>
            <ac:spMk id="5" creationId="{4F13492C-00A9-958D-72CF-911D66D083F5}"/>
          </ac:spMkLst>
        </pc:spChg>
        <pc:spChg chg="del mod">
          <ac:chgData name="David Carballo" userId="a6ea3b2e-0d8d-477b-9aef-5860830a7859" providerId="ADAL" clId="{96B6F829-D70D-4ED8-B30B-F451AFAEC486}" dt="2026-10-07T20:01:14.380" v="344" actId="478"/>
          <ac:spMkLst>
            <pc:docMk/>
            <pc:sldMk cId="3021829914" sldId="273"/>
            <ac:spMk id="10" creationId="{A7E134D0-9182-719D-7F5E-1A030427AF19}"/>
          </ac:spMkLst>
        </pc:spChg>
      </pc:sldChg>
      <pc:sldChg chg="addSp delSp modSp add del mod">
        <pc:chgData name="David Carballo" userId="a6ea3b2e-0d8d-477b-9aef-5860830a7859" providerId="ADAL" clId="{96B6F829-D70D-4ED8-B30B-F451AFAEC486}" dt="2026-10-07T20:09:29.195" v="463" actId="14100"/>
        <pc:sldMkLst>
          <pc:docMk/>
          <pc:sldMk cId="1310881370" sldId="274"/>
        </pc:sldMkLst>
        <pc:spChg chg="add del mod">
          <ac:chgData name="David Carballo" userId="a6ea3b2e-0d8d-477b-9aef-5860830a7859" providerId="ADAL" clId="{96B6F829-D70D-4ED8-B30B-F451AFAEC486}" dt="2026-10-07T20:03:07.372" v="377" actId="478"/>
          <ac:spMkLst>
            <pc:docMk/>
            <pc:sldMk cId="1310881370" sldId="274"/>
            <ac:spMk id="3" creationId="{AA1BF19F-4341-C990-5163-F9A5D5698743}"/>
          </ac:spMkLst>
        </pc:spChg>
        <pc:spChg chg="add mod">
          <ac:chgData name="David Carballo" userId="a6ea3b2e-0d8d-477b-9aef-5860830a7859" providerId="ADAL" clId="{96B6F829-D70D-4ED8-B30B-F451AFAEC486}" dt="2026-10-07T20:09:24.502" v="461" actId="20577"/>
          <ac:spMkLst>
            <pc:docMk/>
            <pc:sldMk cId="1310881370" sldId="274"/>
            <ac:spMk id="5" creationId="{AF255473-4CB3-325A-D0EB-E4EDB4F213CE}"/>
          </ac:spMkLst>
        </pc:spChg>
        <pc:spChg chg="add mod">
          <ac:chgData name="David Carballo" userId="a6ea3b2e-0d8d-477b-9aef-5860830a7859" providerId="ADAL" clId="{96B6F829-D70D-4ED8-B30B-F451AFAEC486}" dt="2026-10-07T20:09:29.195" v="463" actId="14100"/>
          <ac:spMkLst>
            <pc:docMk/>
            <pc:sldMk cId="1310881370" sldId="274"/>
            <ac:spMk id="7" creationId="{446C3968-C866-3A91-0355-303DEDCD4901}"/>
          </ac:spMkLst>
        </pc:spChg>
        <pc:spChg chg="del">
          <ac:chgData name="David Carballo" userId="a6ea3b2e-0d8d-477b-9aef-5860830a7859" providerId="ADAL" clId="{96B6F829-D70D-4ED8-B30B-F451AFAEC486}" dt="2026-10-07T19:45:46.611" v="203" actId="478"/>
          <ac:spMkLst>
            <pc:docMk/>
            <pc:sldMk cId="1310881370" sldId="274"/>
            <ac:spMk id="10" creationId="{E1CC3F41-6C10-2D32-5575-33D98F2B6AFD}"/>
          </ac:spMkLst>
        </pc:spChg>
      </pc:sldChg>
      <pc:sldChg chg="addSp delSp modSp add mod setBg">
        <pc:chgData name="David Carballo" userId="a6ea3b2e-0d8d-477b-9aef-5860830a7859" providerId="ADAL" clId="{96B6F829-D70D-4ED8-B30B-F451AFAEC486}" dt="2026-10-07T19:54:44.606" v="291" actId="6549"/>
        <pc:sldMkLst>
          <pc:docMk/>
          <pc:sldMk cId="2797614769" sldId="275"/>
        </pc:sldMkLst>
        <pc:spChg chg="del">
          <ac:chgData name="David Carballo" userId="a6ea3b2e-0d8d-477b-9aef-5860830a7859" providerId="ADAL" clId="{96B6F829-D70D-4ED8-B30B-F451AFAEC486}" dt="2026-10-07T19:52:27.609" v="269" actId="478"/>
          <ac:spMkLst>
            <pc:docMk/>
            <pc:sldMk cId="2797614769" sldId="275"/>
            <ac:spMk id="8" creationId="{FEE8371E-6556-DD05-A613-BD16E5FBFE1B}"/>
          </ac:spMkLst>
        </pc:spChg>
        <pc:spChg chg="del">
          <ac:chgData name="David Carballo" userId="a6ea3b2e-0d8d-477b-9aef-5860830a7859" providerId="ADAL" clId="{96B6F829-D70D-4ED8-B30B-F451AFAEC486}" dt="2026-10-07T19:52:27.609" v="269" actId="478"/>
          <ac:spMkLst>
            <pc:docMk/>
            <pc:sldMk cId="2797614769" sldId="275"/>
            <ac:spMk id="9" creationId="{35E4C0AE-38B6-BD58-17E8-F9E28971E9EC}"/>
          </ac:spMkLst>
        </pc:spChg>
        <pc:spChg chg="del">
          <ac:chgData name="David Carballo" userId="a6ea3b2e-0d8d-477b-9aef-5860830a7859" providerId="ADAL" clId="{96B6F829-D70D-4ED8-B30B-F451AFAEC486}" dt="2026-10-07T19:52:27.609" v="269" actId="478"/>
          <ac:spMkLst>
            <pc:docMk/>
            <pc:sldMk cId="2797614769" sldId="275"/>
            <ac:spMk id="10" creationId="{BE4F2CFC-59D1-8ECD-41A8-C4A2EA9E4DEE}"/>
          </ac:spMkLst>
        </pc:spChg>
        <pc:spChg chg="del">
          <ac:chgData name="David Carballo" userId="a6ea3b2e-0d8d-477b-9aef-5860830a7859" providerId="ADAL" clId="{96B6F829-D70D-4ED8-B30B-F451AFAEC486}" dt="2026-10-07T19:52:27.609" v="269" actId="478"/>
          <ac:spMkLst>
            <pc:docMk/>
            <pc:sldMk cId="2797614769" sldId="275"/>
            <ac:spMk id="11" creationId="{AE6A2295-5D38-8298-0593-1700747CA4CC}"/>
          </ac:spMkLst>
        </pc:spChg>
        <pc:spChg chg="mod">
          <ac:chgData name="David Carballo" userId="a6ea3b2e-0d8d-477b-9aef-5860830a7859" providerId="ADAL" clId="{96B6F829-D70D-4ED8-B30B-F451AFAEC486}" dt="2026-10-07T19:54:44.606" v="291" actId="6549"/>
          <ac:spMkLst>
            <pc:docMk/>
            <pc:sldMk cId="2797614769" sldId="275"/>
            <ac:spMk id="12" creationId="{7419EB44-6198-AA50-E11B-BB8111B34495}"/>
          </ac:spMkLst>
        </pc:spChg>
        <pc:spChg chg="mod">
          <ac:chgData name="David Carballo" userId="a6ea3b2e-0d8d-477b-9aef-5860830a7859" providerId="ADAL" clId="{96B6F829-D70D-4ED8-B30B-F451AFAEC486}" dt="2026-10-07T19:52:40.160" v="272" actId="1076"/>
          <ac:spMkLst>
            <pc:docMk/>
            <pc:sldMk cId="2797614769" sldId="275"/>
            <ac:spMk id="13" creationId="{E662BC08-F754-A2E0-F5D3-01C85EC1F14A}"/>
          </ac:spMkLst>
        </pc:spChg>
        <pc:picChg chg="add mod">
          <ac:chgData name="David Carballo" userId="a6ea3b2e-0d8d-477b-9aef-5860830a7859" providerId="ADAL" clId="{96B6F829-D70D-4ED8-B30B-F451AFAEC486}" dt="2026-10-07T19:52:44.832" v="274" actId="14100"/>
          <ac:picMkLst>
            <pc:docMk/>
            <pc:sldMk cId="2797614769" sldId="275"/>
            <ac:picMk id="2" creationId="{73D37E6A-CCF9-49F3-66B9-93175F2924F2}"/>
          </ac:picMkLst>
        </pc:picChg>
        <pc:picChg chg="del">
          <ac:chgData name="David Carballo" userId="a6ea3b2e-0d8d-477b-9aef-5860830a7859" providerId="ADAL" clId="{96B6F829-D70D-4ED8-B30B-F451AFAEC486}" dt="2026-10-07T19:52:27.609" v="269" actId="478"/>
          <ac:picMkLst>
            <pc:docMk/>
            <pc:sldMk cId="2797614769" sldId="275"/>
            <ac:picMk id="14" creationId="{9849B208-878D-43B7-4AC9-C12AF0492933}"/>
          </ac:picMkLst>
        </pc:picChg>
      </pc:sldChg>
      <pc:sldChg chg="addSp delSp modSp add mod">
        <pc:chgData name="David Carballo" userId="a6ea3b2e-0d8d-477b-9aef-5860830a7859" providerId="ADAL" clId="{96B6F829-D70D-4ED8-B30B-F451AFAEC486}" dt="2026-10-07T19:54:30.832" v="290" actId="6549"/>
        <pc:sldMkLst>
          <pc:docMk/>
          <pc:sldMk cId="347818379" sldId="276"/>
        </pc:sldMkLst>
        <pc:spChg chg="mod">
          <ac:chgData name="David Carballo" userId="a6ea3b2e-0d8d-477b-9aef-5860830a7859" providerId="ADAL" clId="{96B6F829-D70D-4ED8-B30B-F451AFAEC486}" dt="2026-10-07T19:53:48.069" v="284"/>
          <ac:spMkLst>
            <pc:docMk/>
            <pc:sldMk cId="347818379" sldId="276"/>
            <ac:spMk id="12" creationId="{47C3D835-7093-8D6A-B77E-A421A8B2A4E0}"/>
          </ac:spMkLst>
        </pc:spChg>
        <pc:spChg chg="mod">
          <ac:chgData name="David Carballo" userId="a6ea3b2e-0d8d-477b-9aef-5860830a7859" providerId="ADAL" clId="{96B6F829-D70D-4ED8-B30B-F451AFAEC486}" dt="2026-10-07T19:54:30.832" v="290" actId="6549"/>
          <ac:spMkLst>
            <pc:docMk/>
            <pc:sldMk cId="347818379" sldId="276"/>
            <ac:spMk id="13" creationId="{E14657E2-A9C7-682B-A169-E5C9A8BE44BE}"/>
          </ac:spMkLst>
        </pc:spChg>
        <pc:picChg chg="del">
          <ac:chgData name="David Carballo" userId="a6ea3b2e-0d8d-477b-9aef-5860830a7859" providerId="ADAL" clId="{96B6F829-D70D-4ED8-B30B-F451AFAEC486}" dt="2026-10-07T19:53:53.283" v="285" actId="478"/>
          <ac:picMkLst>
            <pc:docMk/>
            <pc:sldMk cId="347818379" sldId="276"/>
            <ac:picMk id="2" creationId="{588CEFB3-0BD4-26C2-A2AB-1C7EC00FB43F}"/>
          </ac:picMkLst>
        </pc:picChg>
        <pc:picChg chg="add mod">
          <ac:chgData name="David Carballo" userId="a6ea3b2e-0d8d-477b-9aef-5860830a7859" providerId="ADAL" clId="{96B6F829-D70D-4ED8-B30B-F451AFAEC486}" dt="2026-10-07T19:53:58.139" v="288" actId="1076"/>
          <ac:picMkLst>
            <pc:docMk/>
            <pc:sldMk cId="347818379" sldId="276"/>
            <ac:picMk id="3" creationId="{292E42CC-791E-AA12-0922-1B7B7E5B193E}"/>
          </ac:picMkLst>
        </pc:picChg>
      </pc:sldChg>
      <pc:sldChg chg="addSp delSp modSp add mod">
        <pc:chgData name="David Carballo" userId="a6ea3b2e-0d8d-477b-9aef-5860830a7859" providerId="ADAL" clId="{96B6F829-D70D-4ED8-B30B-F451AFAEC486}" dt="2026-10-07T19:56:07.206" v="304" actId="1076"/>
        <pc:sldMkLst>
          <pc:docMk/>
          <pc:sldMk cId="2993553057" sldId="277"/>
        </pc:sldMkLst>
        <pc:spChg chg="mod">
          <ac:chgData name="David Carballo" userId="a6ea3b2e-0d8d-477b-9aef-5860830a7859" providerId="ADAL" clId="{96B6F829-D70D-4ED8-B30B-F451AFAEC486}" dt="2026-10-07T19:55:16.636" v="296" actId="20577"/>
          <ac:spMkLst>
            <pc:docMk/>
            <pc:sldMk cId="2993553057" sldId="277"/>
            <ac:spMk id="12" creationId="{4AFD75C7-1540-577E-CEE0-86A362589EA6}"/>
          </ac:spMkLst>
        </pc:spChg>
        <pc:spChg chg="mod">
          <ac:chgData name="David Carballo" userId="a6ea3b2e-0d8d-477b-9aef-5860830a7859" providerId="ADAL" clId="{96B6F829-D70D-4ED8-B30B-F451AFAEC486}" dt="2026-10-07T19:55:38.129" v="298" actId="20577"/>
          <ac:spMkLst>
            <pc:docMk/>
            <pc:sldMk cId="2993553057" sldId="277"/>
            <ac:spMk id="13" creationId="{AB535A86-C160-C2C3-64C9-6930D020475F}"/>
          </ac:spMkLst>
        </pc:spChg>
        <pc:picChg chg="add mod">
          <ac:chgData name="David Carballo" userId="a6ea3b2e-0d8d-477b-9aef-5860830a7859" providerId="ADAL" clId="{96B6F829-D70D-4ED8-B30B-F451AFAEC486}" dt="2026-10-07T19:56:07.206" v="304" actId="1076"/>
          <ac:picMkLst>
            <pc:docMk/>
            <pc:sldMk cId="2993553057" sldId="277"/>
            <ac:picMk id="2" creationId="{10D73587-4688-C18A-4A76-F2E309BCC3FF}"/>
          </ac:picMkLst>
        </pc:picChg>
        <pc:picChg chg="del mod">
          <ac:chgData name="David Carballo" userId="a6ea3b2e-0d8d-477b-9aef-5860830a7859" providerId="ADAL" clId="{96B6F829-D70D-4ED8-B30B-F451AFAEC486}" dt="2026-10-07T19:55:43.040" v="300" actId="478"/>
          <ac:picMkLst>
            <pc:docMk/>
            <pc:sldMk cId="2993553057" sldId="277"/>
            <ac:picMk id="3" creationId="{9D7F05F2-F2F2-E11E-0F0B-EC6B2C547237}"/>
          </ac:picMkLst>
        </pc:picChg>
      </pc:sldChg>
      <pc:sldChg chg="addSp delSp modSp add mod">
        <pc:chgData name="David Carballo" userId="a6ea3b2e-0d8d-477b-9aef-5860830a7859" providerId="ADAL" clId="{96B6F829-D70D-4ED8-B30B-F451AFAEC486}" dt="2026-10-07T19:57:44.513" v="322" actId="20577"/>
        <pc:sldMkLst>
          <pc:docMk/>
          <pc:sldMk cId="153437548" sldId="278"/>
        </pc:sldMkLst>
        <pc:spChg chg="mod">
          <ac:chgData name="David Carballo" userId="a6ea3b2e-0d8d-477b-9aef-5860830a7859" providerId="ADAL" clId="{96B6F829-D70D-4ED8-B30B-F451AFAEC486}" dt="2026-10-07T19:57:44.513" v="322" actId="20577"/>
          <ac:spMkLst>
            <pc:docMk/>
            <pc:sldMk cId="153437548" sldId="278"/>
            <ac:spMk id="13" creationId="{32F73F05-1517-90E1-26F0-00066DDDA8B5}"/>
          </ac:spMkLst>
        </pc:spChg>
        <pc:picChg chg="del mod">
          <ac:chgData name="David Carballo" userId="a6ea3b2e-0d8d-477b-9aef-5860830a7859" providerId="ADAL" clId="{96B6F829-D70D-4ED8-B30B-F451AFAEC486}" dt="2026-10-07T19:56:15.788" v="307" actId="478"/>
          <ac:picMkLst>
            <pc:docMk/>
            <pc:sldMk cId="153437548" sldId="278"/>
            <ac:picMk id="2" creationId="{7394D270-175A-4F2C-C024-A29EEABB4EB6}"/>
          </ac:picMkLst>
        </pc:picChg>
        <pc:picChg chg="add mod">
          <ac:chgData name="David Carballo" userId="a6ea3b2e-0d8d-477b-9aef-5860830a7859" providerId="ADAL" clId="{96B6F829-D70D-4ED8-B30B-F451AFAEC486}" dt="2026-10-07T19:56:40.128" v="312" actId="14100"/>
          <ac:picMkLst>
            <pc:docMk/>
            <pc:sldMk cId="153437548" sldId="278"/>
            <ac:picMk id="3" creationId="{01095EEC-233D-40ED-E47F-82C92CF79BBB}"/>
          </ac:picMkLst>
        </pc:picChg>
        <pc:picChg chg="add mod">
          <ac:chgData name="David Carballo" userId="a6ea3b2e-0d8d-477b-9aef-5860830a7859" providerId="ADAL" clId="{96B6F829-D70D-4ED8-B30B-F451AFAEC486}" dt="2026-10-07T19:56:42.277" v="313" actId="1076"/>
          <ac:picMkLst>
            <pc:docMk/>
            <pc:sldMk cId="153437548" sldId="278"/>
            <ac:picMk id="4" creationId="{2B7668DD-C939-0F8C-2D7E-07CD32EF0A45}"/>
          </ac:picMkLst>
        </pc:picChg>
      </pc:sldChg>
      <pc:sldChg chg="add">
        <pc:chgData name="David Carballo" userId="a6ea3b2e-0d8d-477b-9aef-5860830a7859" providerId="ADAL" clId="{96B6F829-D70D-4ED8-B30B-F451AFAEC486}" dt="2026-10-07T19:58:14.582" v="323"/>
        <pc:sldMkLst>
          <pc:docMk/>
          <pc:sldMk cId="1318926329" sldId="279"/>
        </pc:sldMkLst>
      </pc:sldChg>
      <pc:sldChg chg="add del setBg">
        <pc:chgData name="David Carballo" userId="a6ea3b2e-0d8d-477b-9aef-5860830a7859" providerId="ADAL" clId="{96B6F829-D70D-4ED8-B30B-F451AFAEC486}" dt="2026-10-07T20:12:41.764" v="495" actId="47"/>
        <pc:sldMkLst>
          <pc:docMk/>
          <pc:sldMk cId="3135227650" sldId="280"/>
        </pc:sldMkLst>
      </pc:sldChg>
      <pc:sldChg chg="add del">
        <pc:chgData name="David Carballo" userId="a6ea3b2e-0d8d-477b-9aef-5860830a7859" providerId="ADAL" clId="{96B6F829-D70D-4ED8-B30B-F451AFAEC486}" dt="2026-10-07T20:04:43.504" v="393"/>
        <pc:sldMkLst>
          <pc:docMk/>
          <pc:sldMk cId="1330817614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30467-26C8-4C43-9BAA-4CE1CAD11A04}" type="datetimeFigureOut">
              <a:rPr lang="es-CR" smtClean="0"/>
              <a:t>7/10/2026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3FA07-AF4F-4A30-85BB-B52DC87070B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80572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nota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s-CR" b="1" dirty="0">
                    <a:effectLst/>
                  </a:rPr>
                  <a:t>Pandas y </a:t>
                </a:r>
                <a:r>
                  <a:rPr lang="es-CR" b="1" dirty="0" err="1">
                    <a:effectLst/>
                  </a:rPr>
                  <a:t>NumPy</a:t>
                </a:r>
                <a:r>
                  <a:rPr lang="es-CR" b="1" dirty="0">
                    <a:effectLst/>
                  </a:rPr>
                  <a:t>:</a:t>
                </a:r>
                <a:r>
                  <a:rPr lang="es-CR" dirty="0">
                    <a:effectLst/>
                  </a:rPr>
                  <a:t> Arrancan el proyecto. Generan y ordenan la base de datos desde cero.</a:t>
                </a:r>
              </a:p>
              <a:p>
                <a:pPr lvl="0"/>
                <a:r>
                  <a:rPr lang="es-CR" b="1" dirty="0">
                    <a:effectLst/>
                  </a:rPr>
                  <a:t>Scikit-Learn:</a:t>
                </a:r>
                <a:r>
                  <a:rPr lang="es-CR" dirty="0">
                    <a:effectLst/>
                  </a:rPr>
                  <a:t> Entra después para "limpiar" matemáticamente los datos (Z-Score) y agruparlos a ciegas (K-Means / PCA).</a:t>
                </a:r>
              </a:p>
              <a:p>
                <a:pPr lvl="0"/>
                <a:r>
                  <a:rPr lang="es-CR" b="1" dirty="0" err="1">
                    <a:effectLst/>
                  </a:rPr>
                  <a:t>XGBoost</a:t>
                </a:r>
                <a:r>
                  <a:rPr lang="es-CR" b="1" dirty="0">
                    <a:effectLst/>
                  </a:rPr>
                  <a:t>:</a:t>
                </a:r>
                <a:r>
                  <a:rPr lang="es-CR" dirty="0">
                    <a:effectLst/>
                  </a:rPr>
                  <a:t> Es el corazón del proyecto. Entra a la mitad para aprender a clasificar el riesgo sísmico (el modelo ordinal).</a:t>
                </a:r>
              </a:p>
              <a:p>
                <a:pPr lvl="0"/>
                <a:r>
                  <a:rPr lang="es-CR" b="1" dirty="0" err="1">
                    <a:effectLst/>
                  </a:rPr>
                  <a:t>Optuna</a:t>
                </a:r>
                <a:r>
                  <a:rPr lang="es-CR" b="1" dirty="0">
                    <a:effectLst/>
                  </a:rPr>
                  <a:t>:</a:t>
                </a:r>
                <a:r>
                  <a:rPr lang="es-CR" dirty="0">
                    <a:effectLst/>
                  </a:rPr>
                  <a:t> Entra junto a </a:t>
                </a:r>
                <a:r>
                  <a:rPr lang="es-CR" dirty="0" err="1">
                    <a:effectLst/>
                  </a:rPr>
                  <a:t>XGBoost</a:t>
                </a:r>
                <a:r>
                  <a:rPr lang="es-CR" dirty="0">
                    <a:effectLst/>
                  </a:rPr>
                  <a:t> para afinar sus tuercas y maximizar su precisión.</a:t>
                </a:r>
              </a:p>
              <a:p>
                <a:pPr lvl="0"/>
                <a:r>
                  <a:rPr lang="es-CR" b="1" dirty="0">
                    <a:effectLst/>
                  </a:rPr>
                  <a:t>SHAP:</a:t>
                </a:r>
                <a:r>
                  <a:rPr lang="es-CR" dirty="0">
                    <a:effectLst/>
                  </a:rPr>
                  <a:t> Entra casi al final para auditar a </a:t>
                </a:r>
                <a:r>
                  <a:rPr lang="es-CR" dirty="0" err="1">
                    <a:effectLst/>
                  </a:rPr>
                  <a:t>XGBoost</a:t>
                </a:r>
                <a:r>
                  <a:rPr lang="es-CR" dirty="0">
                    <a:effectLst/>
                  </a:rPr>
                  <a:t> y obligarlo a confesar por qué tomó cada decisión.</a:t>
                </a:r>
              </a:p>
              <a:p>
                <a:pPr lvl="0"/>
                <a:r>
                  <a:rPr lang="es-CR" b="1" dirty="0" err="1">
                    <a:effectLst/>
                  </a:rPr>
                  <a:t>PySR</a:t>
                </a:r>
                <a:r>
                  <a:rPr lang="es-CR" b="1" dirty="0">
                    <a:effectLst/>
                  </a:rPr>
                  <a:t>:</a:t>
                </a:r>
                <a:r>
                  <a:rPr lang="es-CR" dirty="0">
                    <a:effectLst/>
                  </a:rPr>
                  <a:t> Es la etapa final suprema. Entra al último para redescubrir la ecuación física </a:t>
                </a:r>
                <a14:m>
                  <m:oMath xmlns:m="http://schemas.openxmlformats.org/officeDocument/2006/math">
                    <m:r>
                      <a:rPr lang="es-C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𝑉</m:t>
                    </m:r>
                    <m:r>
                      <a:rPr lang="es-CR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r>
                      <a:rPr lang="es-C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𝑍𝑈𝐶𝑆𝑃</m:t>
                    </m:r>
                    <m:r>
                      <a:rPr lang="es-CR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/</m:t>
                    </m:r>
                    <m:r>
                      <a:rPr lang="es-C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𝑅</m:t>
                    </m:r>
                  </m:oMath>
                </a14:m>
                <a:r>
                  <a:rPr lang="es-CR" dirty="0">
                    <a:effectLst/>
                  </a:rPr>
                  <a:t>.</a:t>
                </a:r>
              </a:p>
              <a:p>
                <a:endParaRPr lang="es-CR" dirty="0"/>
              </a:p>
            </p:txBody>
          </p:sp>
        </mc:Choice>
        <mc:Fallback>
          <p:sp>
            <p:nvSpPr>
              <p:cNvPr id="3" name="Marcador de nota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s-CR" b="1" dirty="0">
                    <a:effectLst/>
                  </a:rPr>
                  <a:t>Pandas y </a:t>
                </a:r>
                <a:r>
                  <a:rPr lang="es-CR" b="1" dirty="0" err="1">
                    <a:effectLst/>
                  </a:rPr>
                  <a:t>NumPy</a:t>
                </a:r>
                <a:r>
                  <a:rPr lang="es-CR" b="1" dirty="0">
                    <a:effectLst/>
                  </a:rPr>
                  <a:t>:</a:t>
                </a:r>
                <a:r>
                  <a:rPr lang="es-CR" dirty="0">
                    <a:effectLst/>
                  </a:rPr>
                  <a:t> Arrancan el proyecto. Generan y ordenan la base de datos desde cero.</a:t>
                </a:r>
              </a:p>
              <a:p>
                <a:pPr lvl="0"/>
                <a:r>
                  <a:rPr lang="es-CR" b="1" dirty="0">
                    <a:effectLst/>
                  </a:rPr>
                  <a:t>Scikit-Learn:</a:t>
                </a:r>
                <a:r>
                  <a:rPr lang="es-CR" dirty="0">
                    <a:effectLst/>
                  </a:rPr>
                  <a:t> Entra después para "limpiar" matemáticamente los datos (Z-Score) y agruparlos a ciegas (K-Means / PCA).</a:t>
                </a:r>
              </a:p>
              <a:p>
                <a:pPr lvl="0"/>
                <a:r>
                  <a:rPr lang="es-CR" b="1" dirty="0" err="1">
                    <a:effectLst/>
                  </a:rPr>
                  <a:t>XGBoost</a:t>
                </a:r>
                <a:r>
                  <a:rPr lang="es-CR" b="1" dirty="0">
                    <a:effectLst/>
                  </a:rPr>
                  <a:t>:</a:t>
                </a:r>
                <a:r>
                  <a:rPr lang="es-CR" dirty="0">
                    <a:effectLst/>
                  </a:rPr>
                  <a:t> Es el corazón del proyecto. Entra a la mitad para aprender a clasificar el riesgo sísmico (el modelo ordinal).</a:t>
                </a:r>
              </a:p>
              <a:p>
                <a:pPr lvl="0"/>
                <a:r>
                  <a:rPr lang="es-CR" b="1" dirty="0" err="1">
                    <a:effectLst/>
                  </a:rPr>
                  <a:t>Optuna</a:t>
                </a:r>
                <a:r>
                  <a:rPr lang="es-CR" b="1" dirty="0">
                    <a:effectLst/>
                  </a:rPr>
                  <a:t>:</a:t>
                </a:r>
                <a:r>
                  <a:rPr lang="es-CR" dirty="0">
                    <a:effectLst/>
                  </a:rPr>
                  <a:t> Entra junto a </a:t>
                </a:r>
                <a:r>
                  <a:rPr lang="es-CR" dirty="0" err="1">
                    <a:effectLst/>
                  </a:rPr>
                  <a:t>XGBoost</a:t>
                </a:r>
                <a:r>
                  <a:rPr lang="es-CR" dirty="0">
                    <a:effectLst/>
                  </a:rPr>
                  <a:t> para afinar sus tuercas y maximizar su precisión.</a:t>
                </a:r>
              </a:p>
              <a:p>
                <a:pPr lvl="0"/>
                <a:r>
                  <a:rPr lang="es-CR" b="1" dirty="0">
                    <a:effectLst/>
                  </a:rPr>
                  <a:t>SHAP:</a:t>
                </a:r>
                <a:r>
                  <a:rPr lang="es-CR" dirty="0">
                    <a:effectLst/>
                  </a:rPr>
                  <a:t> Entra casi al final para auditar a </a:t>
                </a:r>
                <a:r>
                  <a:rPr lang="es-CR" dirty="0" err="1">
                    <a:effectLst/>
                  </a:rPr>
                  <a:t>XGBoost</a:t>
                </a:r>
                <a:r>
                  <a:rPr lang="es-CR" dirty="0">
                    <a:effectLst/>
                  </a:rPr>
                  <a:t> y obligarlo a confesar por qué tomó cada decisión.</a:t>
                </a:r>
              </a:p>
              <a:p>
                <a:pPr lvl="0"/>
                <a:r>
                  <a:rPr lang="es-CR" b="1" dirty="0" err="1">
                    <a:effectLst/>
                  </a:rPr>
                  <a:t>PySR</a:t>
                </a:r>
                <a:r>
                  <a:rPr lang="es-CR" b="1" dirty="0">
                    <a:effectLst/>
                  </a:rPr>
                  <a:t>:</a:t>
                </a:r>
                <a:r>
                  <a:rPr lang="es-CR" dirty="0">
                    <a:effectLst/>
                  </a:rPr>
                  <a:t> Es la etapa final suprema. Entra al último para redescubrir la ecuación física </a:t>
                </a:r>
                <a:r>
                  <a:rPr lang="es-C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𝑉=𝑍𝑈𝐶𝑆𝑃/𝑅</a:t>
                </a:r>
                <a:r>
                  <a:rPr lang="es-CR" dirty="0">
                    <a:effectLst/>
                  </a:rPr>
                  <a:t>.</a:t>
                </a:r>
              </a:p>
              <a:p>
                <a:endParaRPr lang="es-CR" dirty="0"/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3FA07-AF4F-4A30-85BB-B52DC87070B7}" type="slidenum">
              <a:rPr lang="es-CR" smtClean="0"/>
              <a:t>7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12622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94CDD-3695-ECED-AC8A-DF995D71A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95671D-679B-8AB8-5423-E0D10CF28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110EED-9039-917C-F665-5353D1B64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58A09B-CB39-66A4-682F-9362489AF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D81C5D-8316-C607-ED4B-183CFC38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1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AF90F-C635-66D2-A916-66411D5E4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B6647D-3644-B2A0-A1FA-91A6AD6B0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A6A77A-454D-57B1-4419-FAB806ADD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932496-EC49-65BF-E797-B4D3B55C0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318A69-B634-EA1A-A928-0C9191A7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67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0D5A7-49A1-103E-D3A3-5048AC8D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AA36C1-9E36-588E-87D3-CC935ACB2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9CCF09-9331-BE67-D733-F1A59D60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992363-149E-9145-BA95-878E83C0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4DC4F8-0C23-920F-428C-CB769600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6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9577F-66B7-BA68-8400-1B38FFE0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119661-F60D-A514-9829-80929BF72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FC21F1-06EE-65BC-6007-A75C908E4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75A521-174B-7F59-A51C-9DA386B3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3BACFF-B8D3-99BC-35BF-D8CE3C15C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05A0C9-9BEA-AE22-1327-53A9E34C8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67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AED7D-EA63-32C7-3F6A-6B00B6EA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354705-FAA9-8D5E-E8D8-7804B7E32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84B343-4FF3-544E-AD07-AA485A728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0B8E494-EB08-58D9-9410-7B872A713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607B0D9-EC34-D49E-E0AC-6556FCEDC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E69F024-D54B-6B7F-706A-12BA3E7BF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50B0AC2-4DCF-3FE0-5348-1EB079A04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51B641B-2400-C290-FCC7-44D76903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4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E621E-9E1D-F497-2D9F-631EB7222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DBC5AF-E6BB-1937-924E-86B722D7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9037C3-A4BE-0B49-4F86-F83A7E6DC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82F1568-5F73-7A31-2473-3D5AE19A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42CA63-CC9C-82C7-318C-F11A78C59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1F3EAB-04B5-E344-76DA-3801214D5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86CC8D-DC94-6AC3-F68E-47BFA9874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9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1CB23-1BB4-7389-A9D1-3A80D93CC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D5F2F8-F3A2-4FB1-3766-7C607BCCA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C50399-F8AD-2601-F34D-7A9815AB2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7866A4-B6B6-86CF-010D-5DFD35C9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55AD7-A41D-B94A-C326-0EF6DBEE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F4583F-D2CA-3A9E-638B-91F834576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54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9E1DB-333E-ADDC-7009-B2DF6C11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BA480D3-4EB1-090F-1285-07A90E06A8D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547B83-4F20-7F5D-7F86-7C16990DF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5486B8-18F8-9BBC-4F40-CB773C38D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9D9195-C8E2-E0B9-2136-55C2B3162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FA54A4-FD59-DB99-3534-74C3D70F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78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B5465-E7FE-2524-5446-38A739279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CE343A-4799-0095-A61B-C8D07C41C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21D788-B84C-17DE-A774-25D11004A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9CE54E-3EEC-3B41-4AFB-AEA04BB1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6F65DE-3B22-626F-0D87-1EDFB6CCA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27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4B302A-A598-A8B3-1C97-2E0A2C2C4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D47701-FDC6-0A50-EE51-E9BF43F7E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5B1263-8B79-E9EC-BEE1-D79E6634D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30E5A0-0674-BDF6-974C-A6CD8217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600D3C-6C7D-EBA5-148E-9D267E78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05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C52FE6E-1785-FD18-699E-D79FE2C07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A4D83F-C02B-3D47-6B3D-525B3E3CC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26ACE7-DBC2-A055-648D-FD046DF56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2CB19C-E4A1-7C83-ABFA-B404A7C23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E8AF5E-204E-9998-A525-9B968E84A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54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2836" y="516630"/>
            <a:ext cx="182197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s-ES" sz="1200" b="1" dirty="0">
                <a:solidFill>
                  <a:srgbClr val="4F46E5"/>
                </a:solidFill>
                <a:latin typeface="Outfit"/>
              </a:rPr>
              <a:t>ENTREGA FINAL – GRUPO 03</a:t>
            </a:r>
            <a:endParaRPr lang="es-CR" sz="1200" b="1" dirty="0">
              <a:solidFill>
                <a:srgbClr val="4F46E5"/>
              </a:solidFill>
              <a:latin typeface="Outfit"/>
            </a:endParaRPr>
          </a:p>
          <a:p>
            <a:pPr algn="l"/>
            <a:endParaRPr sz="1200" b="1" i="0" u="none" dirty="0">
              <a:solidFill>
                <a:srgbClr val="4F46E5"/>
              </a:solidFill>
              <a:latin typeface="Outf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2835" y="859530"/>
            <a:ext cx="618648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b="1" dirty="0"/>
              <a:t>UNIVERSIDAD PERUANA DE CIENCIAS APLICADAS</a:t>
            </a:r>
            <a:endParaRPr lang="es-CR" dirty="0"/>
          </a:p>
        </p:txBody>
      </p:sp>
      <p:pic>
        <p:nvPicPr>
          <p:cNvPr id="2" name="Image 6">
            <a:extLst>
              <a:ext uri="{FF2B5EF4-FFF2-40B4-BE49-F238E27FC236}">
                <a16:creationId xmlns:a16="http://schemas.microsoft.com/office/drawing/2014/main" id="{53767FD3-5E54-96C6-858A-132EEBBF9E71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86406" y="516630"/>
            <a:ext cx="706438" cy="70358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D0A5EA2F-8F23-B8EC-7B56-7F6275B25941}"/>
              </a:ext>
            </a:extLst>
          </p:cNvPr>
          <p:cNvSpPr txBox="1"/>
          <p:nvPr/>
        </p:nvSpPr>
        <p:spPr>
          <a:xfrm>
            <a:off x="238806" y="3444878"/>
            <a:ext cx="4757738" cy="283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935" marR="0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</a:pPr>
            <a:r>
              <a:rPr lang="es-ES" sz="1050" b="1" dirty="0">
                <a:solidFill>
                  <a:schemeClr val="tx1"/>
                </a:solidFill>
                <a:effectLst/>
                <a:latin typeface="+mn-lt"/>
                <a:ea typeface="Arial MT"/>
                <a:cs typeface="Arial MT"/>
              </a:rPr>
              <a:t>Pr</a:t>
            </a:r>
            <a:r>
              <a:rPr lang="es-ES" sz="1050" b="1" dirty="0">
                <a:effectLst/>
                <a:latin typeface="+mn-lt"/>
                <a:ea typeface="Arial MT"/>
                <a:cs typeface="Arial MT"/>
              </a:rPr>
              <a:t>ofesor:</a:t>
            </a:r>
            <a:r>
              <a:rPr lang="es-ES" sz="1050" b="1" spc="-35" dirty="0"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es-ES" sz="1050" dirty="0">
                <a:effectLst/>
                <a:latin typeface="+mn-lt"/>
                <a:ea typeface="Arial MT"/>
                <a:cs typeface="Arial MT"/>
              </a:rPr>
              <a:t>Ing.</a:t>
            </a:r>
            <a:r>
              <a:rPr lang="es-ES" sz="1050" spc="-30" dirty="0">
                <a:effectLst/>
                <a:latin typeface="+mn-lt"/>
                <a:ea typeface="Arial MT"/>
                <a:cs typeface="Arial MT"/>
              </a:rPr>
              <a:t> Soncco Sinchi Kurt Walter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s-ES" sz="1050" dirty="0">
                <a:effectLst/>
                <a:latin typeface="+mn-lt"/>
                <a:ea typeface="Arial MT"/>
                <a:cs typeface="Arial MT"/>
              </a:rPr>
              <a:t> 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marR="920115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  <a:tabLst>
                <a:tab pos="3891280" algn="l"/>
                <a:tab pos="5478780" algn="l"/>
              </a:tabLst>
            </a:pPr>
            <a:r>
              <a:rPr lang="es-ES" sz="1050" b="1" dirty="0">
                <a:effectLst/>
                <a:latin typeface="+mn-lt"/>
                <a:ea typeface="Arial MT"/>
                <a:cs typeface="Arial MT"/>
              </a:rPr>
              <a:t>Alumnos: 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marR="920115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  <a:tabLst>
                <a:tab pos="3891280" algn="l"/>
                <a:tab pos="5478780" algn="l"/>
              </a:tabLst>
            </a:pPr>
            <a:r>
              <a:rPr lang="es-ES" sz="1050" spc="-30" dirty="0">
                <a:effectLst/>
                <a:latin typeface="+mn-lt"/>
                <a:ea typeface="Arial MT"/>
                <a:cs typeface="Arial MT"/>
              </a:rPr>
              <a:t>Carballo Retana, David Roberto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marR="920115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  <a:tabLst>
                <a:tab pos="3891280" algn="l"/>
                <a:tab pos="5478780" algn="l"/>
              </a:tabLst>
            </a:pPr>
            <a:r>
              <a:rPr lang="es-ES" sz="1050" spc="-30" dirty="0">
                <a:effectLst/>
                <a:latin typeface="+mn-lt"/>
                <a:ea typeface="Arial MT"/>
                <a:cs typeface="Arial MT"/>
              </a:rPr>
              <a:t>Carpio Espino, Edson Gabriel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marR="920115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  <a:tabLst>
                <a:tab pos="3891280" algn="l"/>
                <a:tab pos="5478780" algn="l"/>
              </a:tabLst>
            </a:pPr>
            <a:r>
              <a:rPr lang="es-ES" sz="1050" spc="-30" dirty="0">
                <a:effectLst/>
                <a:latin typeface="+mn-lt"/>
                <a:ea typeface="Arial MT"/>
                <a:cs typeface="Arial MT"/>
              </a:rPr>
              <a:t>Ojeda Canales Henrry Gabriel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marR="920115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  <a:tabLst>
                <a:tab pos="3891280" algn="l"/>
                <a:tab pos="5478780" algn="l"/>
              </a:tabLst>
            </a:pPr>
            <a:r>
              <a:rPr lang="es-ES" sz="1050" spc="-30" dirty="0">
                <a:effectLst/>
                <a:latin typeface="+mn-lt"/>
                <a:ea typeface="Arial MT"/>
                <a:cs typeface="Arial MT"/>
              </a:rPr>
              <a:t>Vela Davila, Ronie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marR="920115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  <a:tabLst>
                <a:tab pos="3891280" algn="l"/>
                <a:tab pos="5478780" algn="l"/>
              </a:tabLst>
            </a:pPr>
            <a:r>
              <a:rPr lang="es-ES" sz="1800" spc="-30" dirty="0">
                <a:effectLst/>
                <a:latin typeface="+mn-lt"/>
                <a:ea typeface="Arial MT"/>
                <a:cs typeface="Arial MT"/>
              </a:rPr>
              <a:t> </a:t>
            </a:r>
            <a:endParaRPr lang="es-CR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97D24A6-9BAE-6240-B5D2-AD6CFF806243}"/>
              </a:ext>
            </a:extLst>
          </p:cNvPr>
          <p:cNvSpPr txBox="1"/>
          <p:nvPr/>
        </p:nvSpPr>
        <p:spPr>
          <a:xfrm>
            <a:off x="165328" y="1169774"/>
            <a:ext cx="5067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395" marR="0">
              <a:lnSpc>
                <a:spcPct val="100000"/>
              </a:lnSpc>
              <a:spcBef>
                <a:spcPts val="15"/>
              </a:spcBef>
              <a:spcAft>
                <a:spcPts val="800"/>
              </a:spcAft>
              <a:buNone/>
            </a:pPr>
            <a:r>
              <a:rPr lang="es-ES" sz="18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APLICACIONES DE IA EN ESTRUCTURAS</a:t>
            </a:r>
            <a:endParaRPr lang="es-CR" sz="11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087DEF55-0A1E-B81A-0D74-DDF83EF4ABEC}"/>
              </a:ext>
            </a:extLst>
          </p:cNvPr>
          <p:cNvSpPr txBox="1"/>
          <p:nvPr/>
        </p:nvSpPr>
        <p:spPr>
          <a:xfrm>
            <a:off x="372835" y="2582126"/>
            <a:ext cx="5459866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b="1" dirty="0"/>
              <a:t>Redescubrimiento de la Norma E.030 mediante IA Explicable: </a:t>
            </a:r>
            <a:r>
              <a:rPr sz="1800" b="1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Predicción</a:t>
            </a:r>
            <a:r>
              <a:rPr sz="18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1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probabilística</a:t>
            </a:r>
            <a:r>
              <a:rPr sz="18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de </a:t>
            </a:r>
            <a:r>
              <a:rPr sz="1800" b="1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vulnerabilidad</a:t>
            </a:r>
            <a:r>
              <a:rPr sz="18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1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estructural</a:t>
            </a:r>
            <a:r>
              <a:rPr sz="18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1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basada</a:t>
            </a:r>
            <a:r>
              <a:rPr sz="18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1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en</a:t>
            </a:r>
            <a:r>
              <a:rPr sz="18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la Norma E.030.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1699E-FFC7-9CA8-7C3C-334D742B9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9AC3EBB-8849-B7BE-6D0E-071425BEB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343150"/>
            <a:ext cx="762000" cy="762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F1674A11-0272-6E1F-210E-63AE42CCE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71750"/>
            <a:ext cx="304800" cy="30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48C721-EE3C-5719-03C9-E3CD5DE241F8}"/>
              </a:ext>
            </a:extLst>
          </p:cNvPr>
          <p:cNvSpPr txBox="1"/>
          <p:nvPr/>
        </p:nvSpPr>
        <p:spPr>
          <a:xfrm>
            <a:off x="3722689" y="3409950"/>
            <a:ext cx="4746620" cy="6463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R" sz="4200" b="1" i="0" u="none" dirty="0">
                <a:solidFill>
                  <a:srgbClr val="0F172A"/>
                </a:solidFill>
                <a:latin typeface="Outfit"/>
              </a:rPr>
              <a:t>Proyecto &amp; </a:t>
            </a:r>
            <a:r>
              <a:rPr lang="es-ES" sz="4200" b="1" dirty="0">
                <a:solidFill>
                  <a:srgbClr val="0F172A"/>
                </a:solidFill>
                <a:latin typeface="Outfit"/>
              </a:rPr>
              <a:t>Evolución</a:t>
            </a:r>
            <a:endParaRPr sz="42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18ABF-9189-36EB-85D6-44E1645A3591}"/>
              </a:ext>
            </a:extLst>
          </p:cNvPr>
          <p:cNvSpPr txBox="1"/>
          <p:nvPr/>
        </p:nvSpPr>
        <p:spPr>
          <a:xfrm>
            <a:off x="1415681" y="4238625"/>
            <a:ext cx="936063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dirty="0" err="1">
                <a:solidFill>
                  <a:srgbClr val="4F46E5"/>
                </a:solidFill>
                <a:latin typeface="Inter"/>
              </a:rPr>
              <a:t>Aprendizaje</a:t>
            </a:r>
            <a:r>
              <a:rPr lang="en-US" dirty="0">
                <a:solidFill>
                  <a:srgbClr val="4F46E5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4F46E5"/>
                </a:solidFill>
                <a:latin typeface="Inter"/>
              </a:rPr>
              <a:t>Automático</a:t>
            </a:r>
            <a:r>
              <a:rPr lang="en-US" dirty="0">
                <a:solidFill>
                  <a:srgbClr val="4F46E5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4F46E5"/>
                </a:solidFill>
                <a:latin typeface="Inter"/>
              </a:rPr>
              <a:t>Físicamente</a:t>
            </a:r>
            <a:r>
              <a:rPr lang="en-US" dirty="0">
                <a:solidFill>
                  <a:srgbClr val="4F46E5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4F46E5"/>
                </a:solidFill>
                <a:latin typeface="Inter"/>
              </a:rPr>
              <a:t>Informado</a:t>
            </a:r>
            <a:r>
              <a:rPr lang="en-US" dirty="0">
                <a:solidFill>
                  <a:srgbClr val="4F46E5"/>
                </a:solidFill>
                <a:latin typeface="Inter"/>
              </a:rPr>
              <a:t> (PIML) bajo el </a:t>
            </a:r>
            <a:r>
              <a:rPr lang="en-US" dirty="0" err="1">
                <a:solidFill>
                  <a:srgbClr val="4F46E5"/>
                </a:solidFill>
                <a:latin typeface="Inter"/>
              </a:rPr>
              <a:t>paradigma</a:t>
            </a:r>
            <a:r>
              <a:rPr lang="en-US" dirty="0">
                <a:solidFill>
                  <a:srgbClr val="4F46E5"/>
                </a:solidFill>
                <a:latin typeface="Inter"/>
              </a:rPr>
              <a:t> del 'Veridical Data Science</a:t>
            </a:r>
            <a:endParaRPr sz="1800" b="0" i="0" u="none" dirty="0">
              <a:solidFill>
                <a:srgbClr val="4F46E5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0689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B3B46-44A5-2882-B905-C266174A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F1C90D5-06E2-DD94-BFD1-9DAC4B9BB4C6}"/>
              </a:ext>
            </a:extLst>
          </p:cNvPr>
          <p:cNvSpPr txBox="1"/>
          <p:nvPr/>
        </p:nvSpPr>
        <p:spPr>
          <a:xfrm>
            <a:off x="1981200" y="1715175"/>
            <a:ext cx="8559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dirty="0">
                <a:effectLst/>
              </a:rPr>
              <a:t>El objetivo original era </a:t>
            </a:r>
            <a:r>
              <a:rPr lang="es-CR" b="1" dirty="0">
                <a:effectLst/>
              </a:rPr>
              <a:t>crear un modelo predictivo rápido usando Machine </a:t>
            </a:r>
            <a:r>
              <a:rPr lang="es-CR" b="1" dirty="0" err="1">
                <a:effectLst/>
              </a:rPr>
              <a:t>Learning</a:t>
            </a:r>
            <a:r>
              <a:rPr lang="es-CR" dirty="0">
                <a:effectLst/>
              </a:rPr>
              <a:t>. La idea era generar una tabla de miles de edificios usando las fórmulas de la Norma E.030 (Cortante Basal, Derivas) y entrenar a una Inteligencia Artificial para que aprendiera a adivinar el daño de un edificio.</a:t>
            </a:r>
            <a:endParaRPr lang="es-C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13492C-00A9-958D-72CF-911D66D083F5}"/>
              </a:ext>
            </a:extLst>
          </p:cNvPr>
          <p:cNvSpPr txBox="1"/>
          <p:nvPr/>
        </p:nvSpPr>
        <p:spPr>
          <a:xfrm>
            <a:off x="1981200" y="3521333"/>
            <a:ext cx="83947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dirty="0">
                <a:effectLst/>
              </a:rPr>
              <a:t>Datos sintéticos…</a:t>
            </a:r>
            <a:r>
              <a:rPr lang="es-CR" i="1" dirty="0">
                <a:effectLst/>
              </a:rPr>
              <a:t>si tú creas los datos usando una regla matemática y luego pones a una máquina a adivinar esa regla, la máquina simplemente "hace trampa" y la memoriza. Obtienes 100% de éxito, pero no tiene valor científico real porque la máquina no está descubriendo nada, solo está repitiendo la fórmula como un loro. Esto en ciencia de datos se llama Data </a:t>
            </a:r>
            <a:r>
              <a:rPr lang="es-CR" i="1" dirty="0" err="1">
                <a:effectLst/>
              </a:rPr>
              <a:t>Leakage</a:t>
            </a:r>
            <a:r>
              <a:rPr lang="es-CR" i="1" dirty="0">
                <a:effectLst/>
              </a:rPr>
              <a:t> (Fuga de Información).</a:t>
            </a:r>
            <a:endParaRPr lang="es-CR" i="1" dirty="0"/>
          </a:p>
        </p:txBody>
      </p:sp>
    </p:spTree>
    <p:extLst>
      <p:ext uri="{BB962C8B-B14F-4D97-AF65-F5344CB8AC3E}">
        <p14:creationId xmlns:p14="http://schemas.microsoft.com/office/powerpoint/2010/main" val="302182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79193-CD71-9659-76AB-532138335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F255473-4CB3-325A-D0EB-E4EDB4F213CE}"/>
              </a:ext>
            </a:extLst>
          </p:cNvPr>
          <p:cNvSpPr txBox="1"/>
          <p:nvPr/>
        </p:nvSpPr>
        <p:spPr>
          <a:xfrm>
            <a:off x="2006600" y="1997839"/>
            <a:ext cx="8267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R" dirty="0">
                <a:effectLst/>
              </a:rPr>
              <a:t>El objetivo final: </a:t>
            </a:r>
            <a:r>
              <a:rPr lang="es-CR" i="1" dirty="0">
                <a:effectLst/>
              </a:rPr>
              <a:t>"Si le tapamos los ojos a una computadora, le ocultamos las fórmulas de la norma E.030, y solo le damos medidas básicas de edificios... ¿Es capaz de deducir, abstraer y razonar cómo funciona la dinámica de estructuras?"</a:t>
            </a:r>
            <a:endParaRPr lang="es-C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46C3968-C866-3A91-0355-303DEDCD4901}"/>
              </a:ext>
            </a:extLst>
          </p:cNvPr>
          <p:cNvSpPr txBox="1"/>
          <p:nvPr/>
        </p:nvSpPr>
        <p:spPr>
          <a:xfrm>
            <a:off x="2006600" y="3429000"/>
            <a:ext cx="80391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b="1" dirty="0"/>
              <a:t>"El objetivo no fue enseñar a una máquina a memorizar la norma E.030 para ahorrar tiempo. El objetivo final fue utilizar Inteligencia Artificial Explicable para demostrar que las computadoras poseen la madurez analítica para deducir y redescubrir leyes de la mecánica estructural pura sin intervención humana."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10881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8312" y="1958190"/>
            <a:ext cx="3454449" cy="4391809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1958190"/>
            <a:ext cx="3454449" cy="4290210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1958191"/>
            <a:ext cx="3454449" cy="4290209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Outfit"/>
              </a:rPr>
              <a:t>MECANISMO DE EVALUACIÓN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52500"/>
            <a:ext cx="915064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3000" b="1" i="0" u="none" dirty="0">
                <a:solidFill>
                  <a:srgbClr val="0F172A"/>
                </a:solidFill>
                <a:latin typeface="Outfit"/>
              </a:rPr>
              <a:t>Para lograr este objetivo, el proyecto implementó 3 hitos:</a:t>
            </a:r>
            <a:endParaRPr sz="30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A27EB24-8B98-807A-F3D1-98131DE21D45}"/>
              </a:ext>
            </a:extLst>
          </p:cNvPr>
          <p:cNvSpPr txBox="1"/>
          <p:nvPr/>
        </p:nvSpPr>
        <p:spPr>
          <a:xfrm>
            <a:off x="828527" y="2125682"/>
            <a:ext cx="297158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R" sz="1800" b="1" dirty="0" err="1">
                <a:effectLst/>
              </a:rPr>
              <a:t>Adversión</a:t>
            </a:r>
            <a:r>
              <a:rPr lang="es-CR" sz="1800" b="1" dirty="0">
                <a:effectLst/>
              </a:rPr>
              <a:t> al Riesgo (</a:t>
            </a:r>
            <a:r>
              <a:rPr lang="es-CR" sz="1800" b="1" dirty="0" err="1">
                <a:effectLst/>
              </a:rPr>
              <a:t>XGBoost</a:t>
            </a:r>
            <a:r>
              <a:rPr lang="es-CR" sz="1800" b="1" dirty="0">
                <a:effectLst/>
              </a:rPr>
              <a:t> Ordinal):</a:t>
            </a:r>
            <a:r>
              <a:rPr lang="es-CR" sz="1800" dirty="0">
                <a:effectLst/>
              </a:rPr>
              <a:t> Obligaron a la máquina a pensar como un ingeniero civil. </a:t>
            </a:r>
            <a:r>
              <a:rPr lang="es-CR" sz="1600" i="1" dirty="0">
                <a:effectLst/>
              </a:rPr>
              <a:t>La programaron para que sienta "terror" de cometer un Falso Negativo (decir que un edificio que va a colapsar es seguro). </a:t>
            </a:r>
            <a:r>
              <a:rPr lang="es-CR" sz="1800" dirty="0">
                <a:effectLst/>
              </a:rPr>
              <a:t>Lograron que la máquina tuviera </a:t>
            </a:r>
            <a:r>
              <a:rPr lang="es-CR" sz="1800" b="1" dirty="0">
                <a:effectLst/>
              </a:rPr>
              <a:t>cero errores</a:t>
            </a:r>
            <a:r>
              <a:rPr lang="es-CR" sz="1800" dirty="0">
                <a:effectLst/>
              </a:rPr>
              <a:t> catastróficos.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2037683-E36B-3F4D-8AE8-BEF347FD756B}"/>
              </a:ext>
            </a:extLst>
          </p:cNvPr>
          <p:cNvSpPr txBox="1"/>
          <p:nvPr/>
        </p:nvSpPr>
        <p:spPr>
          <a:xfrm>
            <a:off x="4703968" y="2162671"/>
            <a:ext cx="27840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R" b="1" dirty="0" err="1">
                <a:effectLst/>
              </a:rPr>
              <a:t>Explicabilidad</a:t>
            </a:r>
            <a:r>
              <a:rPr lang="es-CR" b="1" dirty="0">
                <a:effectLst/>
              </a:rPr>
              <a:t> (SHAP):</a:t>
            </a:r>
            <a:r>
              <a:rPr lang="es-CR" dirty="0">
                <a:effectLst/>
              </a:rPr>
              <a:t> Obligaron a la máquina a justificar su razonamiento. La máquina les demostró, mediante gráficas de Teoría de Juegos, que aprendió por intuición que la elementos verticales disparan el riesgo en zonas de alta sismicidad.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D3F2BDB-9176-BFA5-65AD-3B41D33F9A2D}"/>
                  </a:ext>
                </a:extLst>
              </p:cNvPr>
              <p:cNvSpPr txBox="1"/>
              <p:nvPr/>
            </p:nvSpPr>
            <p:spPr>
              <a:xfrm>
                <a:off x="8264722" y="2282815"/>
                <a:ext cx="3181202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s-CR" sz="1800" b="1" dirty="0">
                    <a:effectLst/>
                  </a:rPr>
                  <a:t>Evolución Genética (</a:t>
                </a:r>
                <a:r>
                  <a:rPr lang="es-CR" sz="1800" b="1" dirty="0" err="1">
                    <a:effectLst/>
                  </a:rPr>
                  <a:t>PySR</a:t>
                </a:r>
                <a:r>
                  <a:rPr lang="es-CR" sz="1800" b="1" dirty="0">
                    <a:effectLst/>
                  </a:rPr>
                  <a:t>):</a:t>
                </a:r>
                <a:r>
                  <a:rPr lang="es-CR" sz="1800" dirty="0">
                    <a:effectLst/>
                  </a:rPr>
                  <a:t> Obligar a un programa a intentar encontrar matemáticas puras.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s-CR" sz="1800" dirty="0">
                    <a:effectLst/>
                  </a:rPr>
                  <a:t>La máquina, de la nada, </a:t>
                </a:r>
                <a:r>
                  <a:rPr lang="es-CR" sz="1800" b="1" dirty="0">
                    <a:effectLst/>
                  </a:rPr>
                  <a:t>redescubrió y escribió la ecuación del Cortante Basal (</a:t>
                </a:r>
                <a14:m>
                  <m:oMath xmlns:m="http://schemas.openxmlformats.org/officeDocument/2006/math">
                    <m:r>
                      <a:rPr lang="es-CR" sz="1800" i="1">
                        <a:latin typeface="+mn-lt"/>
                      </a:rPr>
                      <m:t>𝑉</m:t>
                    </m:r>
                    <m:r>
                      <a:rPr lang="es-CR" sz="1800" i="0">
                        <a:latin typeface="+mn-lt"/>
                      </a:rPr>
                      <m:t>=</m:t>
                    </m:r>
                    <m:r>
                      <a:rPr lang="es-CR" sz="1800" i="1">
                        <a:latin typeface="+mn-lt"/>
                      </a:rPr>
                      <m:t>𝑍𝑈𝐶𝑆𝑃</m:t>
                    </m:r>
                    <m:r>
                      <a:rPr lang="es-CR" sz="1800" i="0">
                        <a:latin typeface="+mn-lt"/>
                      </a:rPr>
                      <m:t>/</m:t>
                    </m:r>
                    <m:r>
                      <a:rPr lang="es-CR" sz="1800" i="1">
                        <a:latin typeface="+mn-lt"/>
                      </a:rPr>
                      <m:t>𝑅</m:t>
                    </m:r>
                  </m:oMath>
                </a14:m>
                <a:r>
                  <a:rPr lang="es-CR" sz="1800" b="1" dirty="0">
                    <a:effectLst/>
                  </a:rPr>
                  <a:t>)</a:t>
                </a:r>
                <a:r>
                  <a:rPr lang="es-CR" sz="1800" dirty="0">
                    <a:effectLst/>
                  </a:rPr>
                  <a:t> solo observando los datos.</a:t>
                </a:r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FD3F2BDB-9176-BFA5-65AD-3B41D33F9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722" y="2282815"/>
                <a:ext cx="3181202" cy="2862322"/>
              </a:xfrm>
              <a:prstGeom prst="rect">
                <a:avLst/>
              </a:prstGeom>
              <a:blipFill>
                <a:blip r:embed="rId2"/>
                <a:stretch>
                  <a:fillRect l="-1341" t="-851" r="-2107" b="-2553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291C4-6570-917A-D6A6-354C541D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A08D99-947F-AD04-E535-89FED94141B5}"/>
              </a:ext>
            </a:extLst>
          </p:cNvPr>
          <p:cNvSpPr/>
          <p:nvPr/>
        </p:nvSpPr>
        <p:spPr>
          <a:xfrm>
            <a:off x="1400175" y="2143125"/>
            <a:ext cx="19050" cy="6762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D1BD66-7140-C6B4-BE16-8EB93DA63130}"/>
              </a:ext>
            </a:extLst>
          </p:cNvPr>
          <p:cNvSpPr/>
          <p:nvPr/>
        </p:nvSpPr>
        <p:spPr>
          <a:xfrm>
            <a:off x="1400175" y="3124200"/>
            <a:ext cx="19050" cy="6762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1F0A25-71F2-B728-417F-3D3C778EF49A}"/>
              </a:ext>
            </a:extLst>
          </p:cNvPr>
          <p:cNvSpPr/>
          <p:nvPr/>
        </p:nvSpPr>
        <p:spPr>
          <a:xfrm>
            <a:off x="1400175" y="4105275"/>
            <a:ext cx="19050" cy="6762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9D2F843-AC0E-D3B1-5618-4E1A88D83C69}"/>
              </a:ext>
            </a:extLst>
          </p:cNvPr>
          <p:cNvSpPr/>
          <p:nvPr/>
        </p:nvSpPr>
        <p:spPr>
          <a:xfrm>
            <a:off x="1295400" y="21431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AAA276-DA98-62AB-701C-5D777B670F73}"/>
              </a:ext>
            </a:extLst>
          </p:cNvPr>
          <p:cNvSpPr/>
          <p:nvPr/>
        </p:nvSpPr>
        <p:spPr>
          <a:xfrm>
            <a:off x="1295400" y="31242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388E9C2-5D56-9B07-1F14-2B04C701A4EC}"/>
              </a:ext>
            </a:extLst>
          </p:cNvPr>
          <p:cNvSpPr/>
          <p:nvPr/>
        </p:nvSpPr>
        <p:spPr>
          <a:xfrm>
            <a:off x="1295400" y="41052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88EEE85-2744-8B57-7053-6E6412072A51}"/>
              </a:ext>
            </a:extLst>
          </p:cNvPr>
          <p:cNvSpPr/>
          <p:nvPr/>
        </p:nvSpPr>
        <p:spPr>
          <a:xfrm>
            <a:off x="1295400" y="5086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C3FD7-8A45-2C39-A4B3-EFACE83EB3E3}"/>
              </a:ext>
            </a:extLst>
          </p:cNvPr>
          <p:cNvSpPr txBox="1"/>
          <p:nvPr/>
        </p:nvSpPr>
        <p:spPr>
          <a:xfrm>
            <a:off x="1295400" y="866775"/>
            <a:ext cx="67056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Outfit"/>
              </a:rPr>
              <a:t>ARQUITECTURA DEL MODELO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D4DDCD-7203-DA87-77BE-EDD792B44CC4}"/>
              </a:ext>
            </a:extLst>
          </p:cNvPr>
          <p:cNvSpPr txBox="1"/>
          <p:nvPr/>
        </p:nvSpPr>
        <p:spPr>
          <a:xfrm>
            <a:off x="1295400" y="1209675"/>
            <a:ext cx="3310906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000" b="1" i="0" u="none" dirty="0">
                <a:solidFill>
                  <a:srgbClr val="0F172A"/>
                </a:solidFill>
                <a:latin typeface="Outfit"/>
              </a:rPr>
              <a:t>D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atos </a:t>
            </a:r>
            <a:r>
              <a:rPr sz="3000" b="1" i="0" u="none" dirty="0" err="1">
                <a:solidFill>
                  <a:srgbClr val="0F172A"/>
                </a:solidFill>
                <a:latin typeface="Outfit"/>
              </a:rPr>
              <a:t>estructurados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2C4A75-6226-BCEE-644F-E0E2F836B990}"/>
              </a:ext>
            </a:extLst>
          </p:cNvPr>
          <p:cNvSpPr txBox="1"/>
          <p:nvPr/>
        </p:nvSpPr>
        <p:spPr>
          <a:xfrm>
            <a:off x="1647825" y="2143125"/>
            <a:ext cx="432554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Generación NumPy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F8B581-7A01-E32B-7D25-DD20708494FF}"/>
              </a:ext>
            </a:extLst>
          </p:cNvPr>
          <p:cNvSpPr txBox="1"/>
          <p:nvPr/>
        </p:nvSpPr>
        <p:spPr>
          <a:xfrm>
            <a:off x="1647825" y="2466975"/>
            <a:ext cx="4119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2,500 edificaciones peruanas sintéticas.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0F0AF3-DD9F-21A7-C946-48B73F0C9340}"/>
              </a:ext>
            </a:extLst>
          </p:cNvPr>
          <p:cNvSpPr txBox="1"/>
          <p:nvPr/>
        </p:nvSpPr>
        <p:spPr>
          <a:xfrm>
            <a:off x="1647825" y="3124200"/>
            <a:ext cx="47005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Agrupamiento K-Means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0EF710-527A-E964-2233-22450D165FA8}"/>
              </a:ext>
            </a:extLst>
          </p:cNvPr>
          <p:cNvSpPr txBox="1"/>
          <p:nvPr/>
        </p:nvSpPr>
        <p:spPr>
          <a:xfrm>
            <a:off x="1647825" y="3448050"/>
            <a:ext cx="4476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Clasificación a ciegas en 4 zonas de riesgo.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2063FE-C91A-5CA4-1D9C-B590442782E3}"/>
              </a:ext>
            </a:extLst>
          </p:cNvPr>
          <p:cNvSpPr txBox="1"/>
          <p:nvPr/>
        </p:nvSpPr>
        <p:spPr>
          <a:xfrm>
            <a:off x="1647825" y="4105275"/>
            <a:ext cx="54006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Motor Predictivo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7131A8-930C-BD8A-73F2-A01EF35B65E7}"/>
              </a:ext>
            </a:extLst>
          </p:cNvPr>
          <p:cNvSpPr txBox="1"/>
          <p:nvPr/>
        </p:nvSpPr>
        <p:spPr>
          <a:xfrm>
            <a:off x="1647825" y="4429125"/>
            <a:ext cx="5143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300 árboles XGBoost calibrados mediante Optuna.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3B1B4-BEA4-B27E-3F5F-AD9D50A0FB66}"/>
              </a:ext>
            </a:extLst>
          </p:cNvPr>
          <p:cNvSpPr txBox="1"/>
          <p:nvPr/>
        </p:nvSpPr>
        <p:spPr>
          <a:xfrm>
            <a:off x="1647825" y="5086350"/>
            <a:ext cx="44005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Outfit"/>
              </a:rPr>
              <a:t>Auditoría XAI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5CD98E-D8A9-5A27-548D-D1FEEB15E7D6}"/>
              </a:ext>
            </a:extLst>
          </p:cNvPr>
          <p:cNvSpPr txBox="1"/>
          <p:nvPr/>
        </p:nvSpPr>
        <p:spPr>
          <a:xfrm>
            <a:off x="1647825" y="5410200"/>
            <a:ext cx="4191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Validación física mediante librerías SHAP.</a:t>
            </a:r>
          </a:p>
        </p:txBody>
      </p:sp>
    </p:spTree>
    <p:extLst>
      <p:ext uri="{BB962C8B-B14F-4D97-AF65-F5344CB8AC3E}">
        <p14:creationId xmlns:p14="http://schemas.microsoft.com/office/powerpoint/2010/main" val="147491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0A6C9-B827-183D-59FE-E07A28FB2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0A3C3E5-B1AB-01FE-04E6-936647780C3C}"/>
              </a:ext>
            </a:extLst>
          </p:cNvPr>
          <p:cNvSpPr txBox="1"/>
          <p:nvPr/>
        </p:nvSpPr>
        <p:spPr>
          <a:xfrm>
            <a:off x="516294" y="600296"/>
            <a:ext cx="6096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Outfit"/>
              </a:rPr>
              <a:t>EL PARADIGMA ACTUAL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29AF18-BFEC-E288-8BA9-68A4F0FF22D1}"/>
              </a:ext>
            </a:extLst>
          </p:cNvPr>
          <p:cNvSpPr txBox="1"/>
          <p:nvPr/>
        </p:nvSpPr>
        <p:spPr>
          <a:xfrm>
            <a:off x="516294" y="943196"/>
            <a:ext cx="5220652" cy="1102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s-CR" sz="3600" b="1" i="0" u="none" dirty="0">
                <a:solidFill>
                  <a:srgbClr val="0F172A"/>
                </a:solidFill>
                <a:latin typeface="Outfit"/>
              </a:rPr>
              <a:t>Librerías y Funciones Computacionales</a:t>
            </a:r>
            <a:endParaRPr sz="36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B902E3-895C-905B-A072-238875419AE5}"/>
              </a:ext>
            </a:extLst>
          </p:cNvPr>
          <p:cNvSpPr txBox="1"/>
          <p:nvPr/>
        </p:nvSpPr>
        <p:spPr>
          <a:xfrm>
            <a:off x="4169855" y="2734638"/>
            <a:ext cx="337021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dirty="0"/>
              <a:t>Pandas y NumPy (Motor de Datos)</a:t>
            </a:r>
            <a:endParaRPr sz="18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B4BC8D9-4246-3B73-D2AE-0D259C715BA0}"/>
              </a:ext>
            </a:extLst>
          </p:cNvPr>
          <p:cNvSpPr txBox="1"/>
          <p:nvPr/>
        </p:nvSpPr>
        <p:spPr>
          <a:xfrm>
            <a:off x="3657600" y="3130243"/>
            <a:ext cx="6097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Scikit-Learn (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Matemática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No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Supervisada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s-CR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089ED7D-9B61-AAB8-8DF1-074CBB29757B}"/>
              </a:ext>
            </a:extLst>
          </p:cNvPr>
          <p:cNvSpPr txBox="1"/>
          <p:nvPr/>
        </p:nvSpPr>
        <p:spPr>
          <a:xfrm>
            <a:off x="3657600" y="3629065"/>
            <a:ext cx="439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XGBoost</a:t>
            </a:r>
            <a:r>
              <a:rPr lang="en-US" dirty="0"/>
              <a:t> (</a:t>
            </a:r>
            <a:r>
              <a:rPr lang="en-US" dirty="0" err="1"/>
              <a:t>Ensamble</a:t>
            </a:r>
            <a:r>
              <a:rPr lang="en-US" dirty="0"/>
              <a:t> </a:t>
            </a:r>
            <a:r>
              <a:rPr lang="en-US" dirty="0" err="1"/>
              <a:t>Supervisado</a:t>
            </a:r>
            <a:r>
              <a:rPr lang="en-US" dirty="0"/>
              <a:t> Extremo)</a:t>
            </a:r>
            <a:endParaRPr lang="es-CR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E0DDD6E-0036-370C-9666-CE1F1226B48C}"/>
              </a:ext>
            </a:extLst>
          </p:cNvPr>
          <p:cNvSpPr txBox="1"/>
          <p:nvPr/>
        </p:nvSpPr>
        <p:spPr>
          <a:xfrm>
            <a:off x="3656823" y="4181804"/>
            <a:ext cx="6097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Optuna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Optimización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Hiperparámetros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s-CR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7AA5054-EB74-BD7D-0364-9F600C95A2EC}"/>
              </a:ext>
            </a:extLst>
          </p:cNvPr>
          <p:cNvSpPr txBox="1"/>
          <p:nvPr/>
        </p:nvSpPr>
        <p:spPr>
          <a:xfrm>
            <a:off x="3657600" y="4669203"/>
            <a:ext cx="6097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SHAP (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Interpretabilidad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Teoría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Juegos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s-CR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60E2EC7-C21A-F0F3-7952-A9321F75A3AD}"/>
              </a:ext>
            </a:extLst>
          </p:cNvPr>
          <p:cNvSpPr txBox="1"/>
          <p:nvPr/>
        </p:nvSpPr>
        <p:spPr>
          <a:xfrm>
            <a:off x="4084476" y="5144942"/>
            <a:ext cx="6097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PySR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Regresión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Simbólica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Times New Roman" panose="02020603050405020304" pitchFamily="18" charset="0"/>
              </a:rPr>
              <a:t> Julia)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755414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9AF94-C4C4-F939-98D0-D587A8BBD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1B7246-CAD6-4CEB-2374-DE63853FF94A}"/>
              </a:ext>
            </a:extLst>
          </p:cNvPr>
          <p:cNvSpPr txBox="1"/>
          <p:nvPr/>
        </p:nvSpPr>
        <p:spPr>
          <a:xfrm>
            <a:off x="2226508" y="3251330"/>
            <a:ext cx="7738983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4200" b="1" i="0" u="none" dirty="0">
                <a:solidFill>
                  <a:srgbClr val="0F172A"/>
                </a:solidFill>
                <a:latin typeface="Outfit"/>
              </a:rPr>
              <a:t>Metodología Paso a Paso</a:t>
            </a:r>
            <a:endParaRPr sz="4200" b="1" i="0" u="none" dirty="0">
              <a:solidFill>
                <a:srgbClr val="0F172A"/>
              </a:solidFill>
              <a:latin typeface="Outfit"/>
            </a:endParaRPr>
          </a:p>
        </p:txBody>
      </p:sp>
      <p:pic>
        <p:nvPicPr>
          <p:cNvPr id="7" name="Picture 1" descr="image.png">
            <a:extLst>
              <a:ext uri="{FF2B5EF4-FFF2-40B4-BE49-F238E27FC236}">
                <a16:creationId xmlns:a16="http://schemas.microsoft.com/office/drawing/2014/main" id="{DCAC2A01-D51C-7AC9-5842-D80168576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343150"/>
            <a:ext cx="762000" cy="762000"/>
          </a:xfrm>
          <a:prstGeom prst="rect">
            <a:avLst/>
          </a:prstGeom>
        </p:spPr>
      </p:pic>
      <p:pic>
        <p:nvPicPr>
          <p:cNvPr id="9" name="Picture 2" descr="image.png">
            <a:extLst>
              <a:ext uri="{FF2B5EF4-FFF2-40B4-BE49-F238E27FC236}">
                <a16:creationId xmlns:a16="http://schemas.microsoft.com/office/drawing/2014/main" id="{BDD8121D-4B8C-C04A-EF39-878C0519E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041" y="257175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173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06631" y="4169203"/>
            <a:ext cx="491346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1" dirty="0"/>
              <a:t>Generación del Dataset y </a:t>
            </a:r>
            <a:r>
              <a:rPr lang="en-US" b="1" dirty="0" err="1"/>
              <a:t>Filtros</a:t>
            </a:r>
            <a:r>
              <a:rPr lang="en-US" b="1" dirty="0"/>
              <a:t> de </a:t>
            </a:r>
            <a:r>
              <a:rPr lang="en-US" b="1" dirty="0" err="1"/>
              <a:t>Coherencia</a:t>
            </a:r>
            <a:endParaRPr lang="es-CR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06631" y="4578778"/>
            <a:ext cx="5326651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Se programó un script generador de 2,500 edificaciones en Python. 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6631" y="5520460"/>
            <a:ext cx="467519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1" dirty="0"/>
              <a:t>Purga de Fuga de </a:t>
            </a:r>
            <a:r>
              <a:rPr lang="en-US" b="1" dirty="0" err="1"/>
              <a:t>Información</a:t>
            </a:r>
            <a:r>
              <a:rPr lang="en-US" b="1" dirty="0"/>
              <a:t> (Data Leakage)</a:t>
            </a:r>
            <a:endParaRPr lang="es-CR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906631" y="5930035"/>
            <a:ext cx="630704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Durante las primeras pruebas, </a:t>
            </a:r>
            <a:r>
              <a:rPr lang="es-ES" sz="1500" b="0" i="0" u="none" dirty="0" err="1">
                <a:solidFill>
                  <a:srgbClr val="475569"/>
                </a:solidFill>
                <a:latin typeface="Inter"/>
              </a:rPr>
              <a:t>XGBoost</a:t>
            </a: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 alcanzó un 100% de exactitud predictiva. </a:t>
            </a:r>
            <a:endParaRPr sz="1500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4" name="Picture 1">
            <a:extLst>
              <a:ext uri="{FF2B5EF4-FFF2-40B4-BE49-F238E27FC236}">
                <a16:creationId xmlns:a16="http://schemas.microsoft.com/office/drawing/2014/main" id="{AB06859D-ED3C-1355-A1AF-83BB96BEE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871" y="416086"/>
            <a:ext cx="4916569" cy="34518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ABA3C-1DE7-88BB-9EB9-91B703E4E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419EB44-6198-AA50-E11B-BB8111B34495}"/>
              </a:ext>
            </a:extLst>
          </p:cNvPr>
          <p:cNvSpPr txBox="1"/>
          <p:nvPr/>
        </p:nvSpPr>
        <p:spPr>
          <a:xfrm>
            <a:off x="1242931" y="880586"/>
            <a:ext cx="467179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1" dirty="0" err="1"/>
              <a:t>Colinealidad</a:t>
            </a:r>
            <a:r>
              <a:rPr lang="en-US" b="1" dirty="0"/>
              <a:t> y </a:t>
            </a:r>
            <a:r>
              <a:rPr lang="en-US" b="1" dirty="0" err="1"/>
              <a:t>Tratamiento</a:t>
            </a:r>
            <a:r>
              <a:rPr lang="en-US" b="1" dirty="0"/>
              <a:t> de </a:t>
            </a:r>
            <a:r>
              <a:rPr lang="en-US" b="1" dirty="0" err="1"/>
              <a:t>Redundancias</a:t>
            </a:r>
            <a:endParaRPr sz="21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62BC08-F754-A2E0-F5D3-01C85EC1F14A}"/>
              </a:ext>
            </a:extLst>
          </p:cNvPr>
          <p:cNvSpPr txBox="1"/>
          <p:nvPr/>
        </p:nvSpPr>
        <p:spPr>
          <a:xfrm>
            <a:off x="1242931" y="1290161"/>
            <a:ext cx="630704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La validación estadística detectó que '</a:t>
            </a:r>
            <a:r>
              <a:rPr lang="es-ES" sz="1500" b="0" i="0" u="none" dirty="0" err="1">
                <a:solidFill>
                  <a:srgbClr val="475569"/>
                </a:solidFill>
                <a:latin typeface="Inter"/>
              </a:rPr>
              <a:t>N_Pisos</a:t>
            </a: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' y '</a:t>
            </a:r>
            <a:r>
              <a:rPr lang="es-ES" sz="1500" b="0" i="0" u="none" dirty="0" err="1">
                <a:solidFill>
                  <a:srgbClr val="475569"/>
                </a:solidFill>
                <a:latin typeface="Inter"/>
              </a:rPr>
              <a:t>Altura_Total_H_m</a:t>
            </a: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' poseían un coeficiente de Pearson de r=0.99. </a:t>
            </a:r>
            <a:endParaRPr sz="1500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3D37E6A-CCF9-49F3-66B9-93175F292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300" y="2028994"/>
            <a:ext cx="4775200" cy="440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14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292B5-208C-7984-4F3A-259F8A60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C3D835-7093-8D6A-B77E-A421A8B2A4E0}"/>
              </a:ext>
            </a:extLst>
          </p:cNvPr>
          <p:cNvSpPr txBox="1"/>
          <p:nvPr/>
        </p:nvSpPr>
        <p:spPr>
          <a:xfrm>
            <a:off x="1242931" y="880586"/>
            <a:ext cx="680250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1" dirty="0" err="1"/>
              <a:t>Resultados</a:t>
            </a:r>
            <a:r>
              <a:rPr lang="en-US" b="1" dirty="0"/>
              <a:t> del </a:t>
            </a:r>
            <a:r>
              <a:rPr lang="en-US" b="1" dirty="0" err="1"/>
              <a:t>Aprendizaje</a:t>
            </a:r>
            <a:r>
              <a:rPr lang="en-US" b="1" dirty="0"/>
              <a:t> No </a:t>
            </a:r>
            <a:r>
              <a:rPr lang="en-US" b="1" dirty="0" err="1"/>
              <a:t>Supervisado</a:t>
            </a:r>
            <a:r>
              <a:rPr lang="en-US" b="1" dirty="0"/>
              <a:t> (Auto-</a:t>
            </a:r>
            <a:r>
              <a:rPr lang="en-US" b="1" dirty="0" err="1"/>
              <a:t>Agrupamiento</a:t>
            </a:r>
            <a:r>
              <a:rPr lang="en-US" b="1" dirty="0"/>
              <a:t>)</a:t>
            </a:r>
            <a:endParaRPr sz="21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657E2-A9C7-682B-A169-E5C9A8BE44BE}"/>
              </a:ext>
            </a:extLst>
          </p:cNvPr>
          <p:cNvSpPr txBox="1"/>
          <p:nvPr/>
        </p:nvSpPr>
        <p:spPr>
          <a:xfrm>
            <a:off x="1242931" y="1290161"/>
            <a:ext cx="6307048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Con la data purificada (Z-Score aplicado), la IA se sometió al análisis K-Means. Sin proveerle a la máquina ninguna etiqueta de daño humano, la matemática </a:t>
            </a:r>
            <a:r>
              <a:rPr lang="es-ES" sz="1500" b="0" i="0" u="none" dirty="0" err="1">
                <a:solidFill>
                  <a:srgbClr val="475569"/>
                </a:solidFill>
                <a:latin typeface="Inter"/>
              </a:rPr>
              <a:t>hiperdimensional</a:t>
            </a: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 detectó 4 clústeres naturales. </a:t>
            </a:r>
          </a:p>
          <a:p>
            <a:pPr algn="l"/>
            <a:endParaRPr sz="1500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92E42CC-791E-AA12-0922-1B7B7E5B1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2537478"/>
            <a:ext cx="8890000" cy="343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18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8879-076B-A79F-D1A0-7ADCAD5B9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AFD75C7-1540-577E-CEE0-86A362589EA6}"/>
              </a:ext>
            </a:extLst>
          </p:cNvPr>
          <p:cNvSpPr txBox="1"/>
          <p:nvPr/>
        </p:nvSpPr>
        <p:spPr>
          <a:xfrm>
            <a:off x="1242931" y="880586"/>
            <a:ext cx="371223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1" dirty="0" err="1"/>
              <a:t>Clasificación</a:t>
            </a:r>
            <a:r>
              <a:rPr lang="en-US" b="1" dirty="0"/>
              <a:t> Ordinal </a:t>
            </a:r>
            <a:r>
              <a:rPr lang="en-US" b="1" dirty="0" err="1"/>
              <a:t>Probabilística</a:t>
            </a:r>
            <a:endParaRPr sz="21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35A86-C160-C2C3-64C9-6930D020475F}"/>
              </a:ext>
            </a:extLst>
          </p:cNvPr>
          <p:cNvSpPr txBox="1"/>
          <p:nvPr/>
        </p:nvSpPr>
        <p:spPr>
          <a:xfrm>
            <a:off x="1242931" y="1290161"/>
            <a:ext cx="6307048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Tratar el riesgo como categorías nominales independientes es un error (es más grave confundir Crítico con Bajo, que Medio con Alto). El modelo </a:t>
            </a:r>
            <a:r>
              <a:rPr lang="es-ES" sz="1500" b="0" i="0" u="none" dirty="0" err="1">
                <a:solidFill>
                  <a:srgbClr val="475569"/>
                </a:solidFill>
                <a:latin typeface="Inter"/>
              </a:rPr>
              <a:t>XGBoost</a:t>
            </a: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 se calibró para Clasificación Ordinal probabilística, penalizando exponencialmente los errores asimétricos.</a:t>
            </a:r>
            <a:endParaRPr sz="1500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0D73587-4688-C18A-4A76-F2E309BCC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931" y="2711450"/>
            <a:ext cx="6985000" cy="355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53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56D72-7D91-5127-C8D7-69F692208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A5DB591-1FA2-7D4B-EC28-632D550668CC}"/>
              </a:ext>
            </a:extLst>
          </p:cNvPr>
          <p:cNvSpPr txBox="1"/>
          <p:nvPr/>
        </p:nvSpPr>
        <p:spPr>
          <a:xfrm>
            <a:off x="1242931" y="880586"/>
            <a:ext cx="371223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1" dirty="0" err="1"/>
              <a:t>Clasificación</a:t>
            </a:r>
            <a:r>
              <a:rPr lang="en-US" b="1" dirty="0"/>
              <a:t> Ordinal </a:t>
            </a:r>
            <a:r>
              <a:rPr lang="en-US" b="1" dirty="0" err="1"/>
              <a:t>Probabilística</a:t>
            </a:r>
            <a:endParaRPr sz="21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F73F05-1517-90E1-26F0-00066DDDA8B5}"/>
              </a:ext>
            </a:extLst>
          </p:cNvPr>
          <p:cNvSpPr txBox="1"/>
          <p:nvPr/>
        </p:nvSpPr>
        <p:spPr>
          <a:xfrm>
            <a:off x="1242930" y="1290161"/>
            <a:ext cx="962826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Los Valores SHAP mostraron el 'pensamiento' de </a:t>
            </a:r>
            <a:r>
              <a:rPr lang="es-ES" sz="1500" b="0" i="0" u="none" dirty="0" err="1">
                <a:solidFill>
                  <a:srgbClr val="475569"/>
                </a:solidFill>
                <a:latin typeface="Inter"/>
              </a:rPr>
              <a:t>XGBoost</a:t>
            </a: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. Descubrimos que el modelo prioriza el </a:t>
            </a:r>
            <a:r>
              <a:rPr lang="es-ES" sz="1500" b="0" i="0" u="none" dirty="0" err="1">
                <a:solidFill>
                  <a:srgbClr val="475569"/>
                </a:solidFill>
                <a:latin typeface="Inter"/>
              </a:rPr>
              <a:t>Factor_Z</a:t>
            </a: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, la Altura, el </a:t>
            </a:r>
            <a:r>
              <a:rPr lang="es-ES" sz="1500" b="0" i="0" u="none" dirty="0" err="1">
                <a:solidFill>
                  <a:srgbClr val="475569"/>
                </a:solidFill>
                <a:latin typeface="Inter"/>
              </a:rPr>
              <a:t>Factor_S</a:t>
            </a: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 y la rigidez. El gráfico de Dependencia demostró que la IA comprendió una ley física no lineal: Los incrementos de aceleración sísmica (Z) destruyen exponencialmente más rápido a los edificios flexibles (bajo Ratio de Muros) que a los rígidos.</a:t>
            </a:r>
            <a:endParaRPr sz="1500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01095EEC-233D-40ED-E47F-82C92CF79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799" y="2801083"/>
            <a:ext cx="4814629" cy="3380642"/>
          </a:xfrm>
          <a:prstGeom prst="rect">
            <a:avLst/>
          </a:prstGeom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2B7668DD-C939-0F8C-2D7E-07CD32EF0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01083"/>
            <a:ext cx="5349587" cy="323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37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F5057-63A6-5775-D336-E3688756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63D034F-A9E7-5313-5FDA-B7F0CF4FE2CC}"/>
              </a:ext>
            </a:extLst>
          </p:cNvPr>
          <p:cNvSpPr txBox="1"/>
          <p:nvPr/>
        </p:nvSpPr>
        <p:spPr>
          <a:xfrm>
            <a:off x="1242931" y="880586"/>
            <a:ext cx="371223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b="1" dirty="0" err="1"/>
              <a:t>Clasificación</a:t>
            </a:r>
            <a:r>
              <a:rPr lang="en-US" b="1" dirty="0"/>
              <a:t> Ordinal </a:t>
            </a:r>
            <a:r>
              <a:rPr lang="en-US" b="1" dirty="0" err="1"/>
              <a:t>Probabilística</a:t>
            </a:r>
            <a:endParaRPr sz="2100" b="1" i="0" u="none" dirty="0">
              <a:solidFill>
                <a:srgbClr val="0F172A"/>
              </a:solidFill>
              <a:latin typeface="Outfi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E9C61-513E-3350-FC2A-CF431D64EA65}"/>
              </a:ext>
            </a:extLst>
          </p:cNvPr>
          <p:cNvSpPr txBox="1"/>
          <p:nvPr/>
        </p:nvSpPr>
        <p:spPr>
          <a:xfrm>
            <a:off x="1242930" y="1290161"/>
            <a:ext cx="9628269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Los Valores SHAP mostraron el 'pensamiento' de </a:t>
            </a:r>
            <a:r>
              <a:rPr lang="es-ES" sz="1500" b="0" i="0" u="none" dirty="0" err="1">
                <a:solidFill>
                  <a:srgbClr val="475569"/>
                </a:solidFill>
                <a:latin typeface="Inter"/>
              </a:rPr>
              <a:t>XGBoost</a:t>
            </a: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. Descubrimos que el modelo prioriza el </a:t>
            </a:r>
            <a:r>
              <a:rPr lang="es-ES" sz="1500" b="0" i="0" u="none" dirty="0" err="1">
                <a:solidFill>
                  <a:srgbClr val="475569"/>
                </a:solidFill>
                <a:latin typeface="Inter"/>
              </a:rPr>
              <a:t>Factor_Z</a:t>
            </a: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, la Altura, el </a:t>
            </a:r>
            <a:r>
              <a:rPr lang="es-ES" sz="1500" b="0" i="0" u="none" dirty="0" err="1">
                <a:solidFill>
                  <a:srgbClr val="475569"/>
                </a:solidFill>
                <a:latin typeface="Inter"/>
              </a:rPr>
              <a:t>Factor_S</a:t>
            </a: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 y la rigidez. El gráfico de Dependencia demostró que la IA comprendió una ley física no lineal: Los incrementos de aceleración sísmica (Z) destruyen exponencialmente más rápido a los edificios flexibles (bajo Ratio de Muros) que a los rígidos.</a:t>
            </a:r>
            <a:endParaRPr sz="1500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345DDB9F-249F-A11F-0B24-9D0B50B86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799" y="2801083"/>
            <a:ext cx="4814629" cy="3380642"/>
          </a:xfrm>
          <a:prstGeom prst="rect">
            <a:avLst/>
          </a:prstGeom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DDCF4440-2333-6AD5-8094-8E664F79D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01083"/>
            <a:ext cx="5349587" cy="323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26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676525"/>
            <a:ext cx="5181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2676525"/>
            <a:ext cx="5181600" cy="190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57512"/>
            <a:ext cx="1428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14712"/>
            <a:ext cx="14287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71912"/>
            <a:ext cx="14287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957512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14712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71912"/>
            <a:ext cx="171450" cy="200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76200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Outfit"/>
              </a:rPr>
              <a:t>PROOF OF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104900"/>
            <a:ext cx="11582400" cy="4762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Outfit"/>
              </a:rPr>
              <a:t>Validación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 de Leyes </a:t>
            </a:r>
            <a:r>
              <a:rPr sz="3000" b="1" i="0" u="none" dirty="0" err="1">
                <a:solidFill>
                  <a:srgbClr val="0F172A"/>
                </a:solidFill>
                <a:latin typeface="Outfit"/>
              </a:rPr>
              <a:t>Físicas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 con </a:t>
            </a:r>
            <a:r>
              <a:rPr sz="3000" b="1" i="0" u="none" dirty="0" err="1">
                <a:solidFill>
                  <a:srgbClr val="0F172A"/>
                </a:solidFill>
                <a:latin typeface="Outfit"/>
              </a:rPr>
              <a:t>PySR</a:t>
            </a:r>
            <a:r>
              <a:rPr sz="3000" b="1" i="0" u="none" dirty="0">
                <a:solidFill>
                  <a:srgbClr val="0F172A"/>
                </a:solidFill>
                <a:latin typeface="Outfit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190750"/>
            <a:ext cx="5540692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64748B"/>
                </a:solidFill>
                <a:latin typeface="Outfit"/>
              </a:rPr>
              <a:t>Estadística Cruda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0750"/>
            <a:ext cx="5540692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4F46E5"/>
                </a:solidFill>
                <a:latin typeface="Outfit"/>
              </a:rPr>
              <a:t>Regresión Simbólica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2924175"/>
            <a:ext cx="61817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Algoritmos de caja negra tradicionales.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3381375"/>
            <a:ext cx="61817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Correlaciones sin justificación mecánica.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3838575"/>
            <a:ext cx="61817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Baja confiabilidad en ingeniería crítica.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2924175"/>
            <a:ext cx="54673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F46E5"/>
                </a:solidFill>
                <a:latin typeface="Inter"/>
              </a:rPr>
              <a:t>Algoritmos genéticos evolutivos.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3381375"/>
            <a:ext cx="54673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F46E5"/>
                </a:solidFill>
                <a:latin typeface="Inter"/>
              </a:rPr>
              <a:t>Extracción de ecuaciones analíticas claras.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3838575"/>
            <a:ext cx="54673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F46E5"/>
                </a:solidFill>
                <a:latin typeface="Inter"/>
              </a:rPr>
              <a:t>Redescubrimiento de la fórmula del cortante basal.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">
            <a:extLst>
              <a:ext uri="{FF2B5EF4-FFF2-40B4-BE49-F238E27FC236}">
                <a16:creationId xmlns:a16="http://schemas.microsoft.com/office/drawing/2014/main" id="{BCD18AC5-A533-796F-4063-1E7AD6660955}"/>
              </a:ext>
            </a:extLst>
          </p:cNvPr>
          <p:cNvSpPr/>
          <p:nvPr/>
        </p:nvSpPr>
        <p:spPr>
          <a:xfrm>
            <a:off x="812800" y="279154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8BE17130-8D06-80BB-7EC2-5A274DEC12E2}"/>
              </a:ext>
            </a:extLst>
          </p:cNvPr>
          <p:cNvSpPr/>
          <p:nvPr/>
        </p:nvSpPr>
        <p:spPr>
          <a:xfrm>
            <a:off x="812800" y="364879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Rounded Rectangle 4">
            <a:extLst>
              <a:ext uri="{FF2B5EF4-FFF2-40B4-BE49-F238E27FC236}">
                <a16:creationId xmlns:a16="http://schemas.microsoft.com/office/drawing/2014/main" id="{FC5C0942-DE0C-BBC7-6344-64189D40481B}"/>
              </a:ext>
            </a:extLst>
          </p:cNvPr>
          <p:cNvSpPr/>
          <p:nvPr/>
        </p:nvSpPr>
        <p:spPr>
          <a:xfrm>
            <a:off x="812800" y="450604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36A07AEE-0F62-2C42-682A-7DE5298594BB}"/>
              </a:ext>
            </a:extLst>
          </p:cNvPr>
          <p:cNvSpPr txBox="1"/>
          <p:nvPr/>
        </p:nvSpPr>
        <p:spPr>
          <a:xfrm>
            <a:off x="609600" y="1308794"/>
            <a:ext cx="99546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Outfit"/>
              </a:rPr>
              <a:t>CONCLUSIONES</a:t>
            </a: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EAEC55F3-DA13-FAD0-0FCF-EE05BEE38E18}"/>
              </a:ext>
            </a:extLst>
          </p:cNvPr>
          <p:cNvSpPr txBox="1"/>
          <p:nvPr/>
        </p:nvSpPr>
        <p:spPr>
          <a:xfrm>
            <a:off x="609600" y="1651694"/>
            <a:ext cx="6500812" cy="543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3000" b="1" dirty="0" err="1">
                <a:solidFill>
                  <a:srgbClr val="0F172A"/>
                </a:solidFill>
                <a:latin typeface="Outfit"/>
              </a:rPr>
              <a:t>Escalabilidad</a:t>
            </a:r>
            <a:r>
              <a:rPr sz="3000" b="1" dirty="0">
                <a:solidFill>
                  <a:srgbClr val="0F172A"/>
                </a:solidFill>
                <a:latin typeface="Outfit"/>
              </a:rPr>
              <a:t> y </a:t>
            </a:r>
            <a:r>
              <a:rPr sz="3000" b="1" dirty="0" err="1">
                <a:solidFill>
                  <a:srgbClr val="0F172A"/>
                </a:solidFill>
                <a:latin typeface="Outfit"/>
              </a:rPr>
              <a:t>Democratización</a:t>
            </a:r>
            <a:r>
              <a:rPr sz="3000" b="1" dirty="0">
                <a:solidFill>
                  <a:srgbClr val="0F172A"/>
                </a:solidFill>
                <a:latin typeface="Outfit"/>
              </a:rPr>
              <a:t>.</a:t>
            </a:r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EAEFB618-9E5F-7915-6E95-15F4AEBC67EE}"/>
              </a:ext>
            </a:extLst>
          </p:cNvPr>
          <p:cNvSpPr txBox="1"/>
          <p:nvPr/>
        </p:nvSpPr>
        <p:spPr>
          <a:xfrm>
            <a:off x="1117600" y="2695517"/>
            <a:ext cx="58864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Evaluación</a:t>
            </a:r>
            <a:r>
              <a:rPr sz="18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sísmica</a:t>
            </a:r>
            <a:r>
              <a:rPr sz="18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instantánea</a:t>
            </a:r>
            <a:r>
              <a:rPr sz="18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a </a:t>
            </a:r>
            <a:r>
              <a:rPr sz="1800" b="0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escala</a:t>
            </a:r>
            <a:r>
              <a:rPr sz="18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macro-</a:t>
            </a:r>
            <a:r>
              <a:rPr sz="1800" b="0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urbana</a:t>
            </a:r>
            <a:r>
              <a:rPr sz="18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.</a:t>
            </a:r>
          </a:p>
        </p:txBody>
      </p:sp>
      <p:sp>
        <p:nvSpPr>
          <p:cNvPr id="33" name="TextBox 9">
            <a:extLst>
              <a:ext uri="{FF2B5EF4-FFF2-40B4-BE49-F238E27FC236}">
                <a16:creationId xmlns:a16="http://schemas.microsoft.com/office/drawing/2014/main" id="{50C41944-71C9-49E8-16E4-D19A88B65314}"/>
              </a:ext>
            </a:extLst>
          </p:cNvPr>
          <p:cNvSpPr txBox="1"/>
          <p:nvPr/>
        </p:nvSpPr>
        <p:spPr>
          <a:xfrm>
            <a:off x="1117600" y="3552767"/>
            <a:ext cx="58864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Priorización</a:t>
            </a:r>
            <a:r>
              <a:rPr sz="18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estratégica</a:t>
            </a:r>
            <a:r>
              <a:rPr sz="18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de </a:t>
            </a:r>
            <a:r>
              <a:rPr sz="1800" b="0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inspecciones</a:t>
            </a:r>
            <a:r>
              <a:rPr sz="18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físicas</a:t>
            </a:r>
            <a:r>
              <a:rPr sz="18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locales.</a:t>
            </a: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E8AE3BBA-ECCE-5CDB-E5C0-8B6899BEB34C}"/>
              </a:ext>
            </a:extLst>
          </p:cNvPr>
          <p:cNvSpPr txBox="1"/>
          <p:nvPr/>
        </p:nvSpPr>
        <p:spPr>
          <a:xfrm>
            <a:off x="1117600" y="4410017"/>
            <a:ext cx="58864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Democratización</a:t>
            </a:r>
            <a:r>
              <a:rPr sz="18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total de la </a:t>
            </a:r>
            <a:r>
              <a:rPr sz="1800" b="0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seguridad</a:t>
            </a:r>
            <a:r>
              <a:rPr sz="18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estructural</a:t>
            </a:r>
            <a:r>
              <a:rPr sz="18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pública</a:t>
            </a:r>
            <a:r>
              <a:rPr sz="1800" b="0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F3B81-B730-6CC2-831C-CA1AD0A8F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CBCC645-EC79-7E58-DAA3-3A9F7A073D3A}"/>
              </a:ext>
            </a:extLst>
          </p:cNvPr>
          <p:cNvSpPr txBox="1"/>
          <p:nvPr/>
        </p:nvSpPr>
        <p:spPr>
          <a:xfrm>
            <a:off x="372836" y="516630"/>
            <a:ext cx="182197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s-ES" sz="1200" b="1" dirty="0">
                <a:solidFill>
                  <a:srgbClr val="4F46E5"/>
                </a:solidFill>
                <a:latin typeface="Outfit"/>
              </a:rPr>
              <a:t>ENTREGA FINAL – GRUPO 03</a:t>
            </a:r>
            <a:endParaRPr lang="es-CR" sz="1200" b="1" dirty="0">
              <a:solidFill>
                <a:srgbClr val="4F46E5"/>
              </a:solidFill>
              <a:latin typeface="Outfit"/>
            </a:endParaRPr>
          </a:p>
          <a:p>
            <a:pPr algn="l"/>
            <a:endParaRPr sz="1200" b="1" i="0" u="none" dirty="0">
              <a:solidFill>
                <a:srgbClr val="4F46E5"/>
              </a:solidFill>
              <a:latin typeface="Outfi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B5E4E4-D105-7582-CB3D-F259EA5E293D}"/>
              </a:ext>
            </a:extLst>
          </p:cNvPr>
          <p:cNvSpPr txBox="1"/>
          <p:nvPr/>
        </p:nvSpPr>
        <p:spPr>
          <a:xfrm>
            <a:off x="372835" y="859530"/>
            <a:ext cx="618648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b="1" dirty="0"/>
              <a:t>UNIVERSIDAD PERUANA DE CIENCIAS APLICADAS</a:t>
            </a:r>
            <a:endParaRPr lang="es-CR" dirty="0"/>
          </a:p>
        </p:txBody>
      </p:sp>
      <p:pic>
        <p:nvPicPr>
          <p:cNvPr id="2" name="Image 6">
            <a:extLst>
              <a:ext uri="{FF2B5EF4-FFF2-40B4-BE49-F238E27FC236}">
                <a16:creationId xmlns:a16="http://schemas.microsoft.com/office/drawing/2014/main" id="{F332E190-453D-56F8-11D8-5BD90CCF85B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86406" y="516630"/>
            <a:ext cx="706438" cy="70358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6986C615-DFDF-A214-8B25-071291B7EACC}"/>
              </a:ext>
            </a:extLst>
          </p:cNvPr>
          <p:cNvSpPr txBox="1"/>
          <p:nvPr/>
        </p:nvSpPr>
        <p:spPr>
          <a:xfrm>
            <a:off x="238806" y="3444878"/>
            <a:ext cx="4757738" cy="2834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935" marR="0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</a:pPr>
            <a:r>
              <a:rPr lang="es-ES" sz="1050" b="1" dirty="0">
                <a:solidFill>
                  <a:schemeClr val="tx1"/>
                </a:solidFill>
                <a:effectLst/>
                <a:latin typeface="+mn-lt"/>
                <a:ea typeface="Arial MT"/>
                <a:cs typeface="Arial MT"/>
              </a:rPr>
              <a:t>Pr</a:t>
            </a:r>
            <a:r>
              <a:rPr lang="es-ES" sz="1050" b="1" dirty="0">
                <a:effectLst/>
                <a:latin typeface="+mn-lt"/>
                <a:ea typeface="Arial MT"/>
                <a:cs typeface="Arial MT"/>
              </a:rPr>
              <a:t>ofesor:</a:t>
            </a:r>
            <a:r>
              <a:rPr lang="es-ES" sz="1050" b="1" spc="-35" dirty="0">
                <a:effectLst/>
                <a:latin typeface="+mn-lt"/>
                <a:ea typeface="Arial MT"/>
                <a:cs typeface="Arial MT"/>
              </a:rPr>
              <a:t> </a:t>
            </a:r>
            <a:r>
              <a:rPr lang="es-ES" sz="1050" dirty="0">
                <a:effectLst/>
                <a:latin typeface="+mn-lt"/>
                <a:ea typeface="Arial MT"/>
                <a:cs typeface="Arial MT"/>
              </a:rPr>
              <a:t>Ing.</a:t>
            </a:r>
            <a:r>
              <a:rPr lang="es-ES" sz="1050" spc="-30" dirty="0">
                <a:effectLst/>
                <a:latin typeface="+mn-lt"/>
                <a:ea typeface="Arial MT"/>
                <a:cs typeface="Arial MT"/>
              </a:rPr>
              <a:t> Soncco Sinchi Kurt Walter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s-ES" sz="1050" dirty="0">
                <a:effectLst/>
                <a:latin typeface="+mn-lt"/>
                <a:ea typeface="Arial MT"/>
                <a:cs typeface="Arial MT"/>
              </a:rPr>
              <a:t> 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marR="920115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  <a:tabLst>
                <a:tab pos="3891280" algn="l"/>
                <a:tab pos="5478780" algn="l"/>
              </a:tabLst>
            </a:pPr>
            <a:r>
              <a:rPr lang="es-ES" sz="1050" b="1" dirty="0">
                <a:effectLst/>
                <a:latin typeface="+mn-lt"/>
                <a:ea typeface="Arial MT"/>
                <a:cs typeface="Arial MT"/>
              </a:rPr>
              <a:t>Alumnos: 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marR="920115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  <a:tabLst>
                <a:tab pos="3891280" algn="l"/>
                <a:tab pos="5478780" algn="l"/>
              </a:tabLst>
            </a:pPr>
            <a:r>
              <a:rPr lang="es-ES" sz="1050" spc="-30" dirty="0">
                <a:effectLst/>
                <a:latin typeface="+mn-lt"/>
                <a:ea typeface="Arial MT"/>
                <a:cs typeface="Arial MT"/>
              </a:rPr>
              <a:t>Carballo Retana, David Roberto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marR="920115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  <a:tabLst>
                <a:tab pos="3891280" algn="l"/>
                <a:tab pos="5478780" algn="l"/>
              </a:tabLst>
            </a:pPr>
            <a:r>
              <a:rPr lang="es-ES" sz="1050" spc="-30" dirty="0">
                <a:effectLst/>
                <a:latin typeface="+mn-lt"/>
                <a:ea typeface="Arial MT"/>
                <a:cs typeface="Arial MT"/>
              </a:rPr>
              <a:t>Carpio Espino, Edson Gabriel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marR="920115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  <a:tabLst>
                <a:tab pos="3891280" algn="l"/>
                <a:tab pos="5478780" algn="l"/>
              </a:tabLst>
            </a:pPr>
            <a:r>
              <a:rPr lang="es-ES" sz="1050" spc="-30" dirty="0">
                <a:effectLst/>
                <a:latin typeface="+mn-lt"/>
                <a:ea typeface="Arial MT"/>
                <a:cs typeface="Arial MT"/>
              </a:rPr>
              <a:t>Ojeda Canales Henrry Gabriel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marR="920115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  <a:tabLst>
                <a:tab pos="3891280" algn="l"/>
                <a:tab pos="5478780" algn="l"/>
              </a:tabLst>
            </a:pPr>
            <a:r>
              <a:rPr lang="es-ES" sz="1050" spc="-30" dirty="0">
                <a:effectLst/>
                <a:latin typeface="+mn-lt"/>
                <a:ea typeface="Arial MT"/>
                <a:cs typeface="Arial MT"/>
              </a:rPr>
              <a:t>Vela Davila, Ronie</a:t>
            </a:r>
            <a:endParaRPr lang="es-CR" sz="105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4420" marR="920115">
              <a:lnSpc>
                <a:spcPct val="100000"/>
              </a:lnSpc>
              <a:spcBef>
                <a:spcPts val="785"/>
              </a:spcBef>
              <a:spcAft>
                <a:spcPts val="800"/>
              </a:spcAft>
              <a:buNone/>
              <a:tabLst>
                <a:tab pos="3891280" algn="l"/>
                <a:tab pos="5478780" algn="l"/>
              </a:tabLst>
            </a:pPr>
            <a:r>
              <a:rPr lang="es-ES" sz="1800" spc="-30" dirty="0">
                <a:effectLst/>
                <a:latin typeface="+mn-lt"/>
                <a:ea typeface="Arial MT"/>
                <a:cs typeface="Arial MT"/>
              </a:rPr>
              <a:t> </a:t>
            </a:r>
            <a:endParaRPr lang="es-CR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3C6553B-BE61-D8CD-2424-C360BBDD918F}"/>
              </a:ext>
            </a:extLst>
          </p:cNvPr>
          <p:cNvSpPr txBox="1"/>
          <p:nvPr/>
        </p:nvSpPr>
        <p:spPr>
          <a:xfrm>
            <a:off x="165328" y="1169774"/>
            <a:ext cx="5067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395" marR="0">
              <a:lnSpc>
                <a:spcPct val="100000"/>
              </a:lnSpc>
              <a:spcBef>
                <a:spcPts val="15"/>
              </a:spcBef>
              <a:spcAft>
                <a:spcPts val="800"/>
              </a:spcAft>
              <a:buNone/>
            </a:pPr>
            <a:r>
              <a:rPr lang="es-ES" sz="18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APLICACIONES DE IA EN ESTRUCTURAS</a:t>
            </a:r>
            <a:endParaRPr lang="es-CR" sz="11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C6AC6115-8553-6F47-23AF-D7D3212B427E}"/>
              </a:ext>
            </a:extLst>
          </p:cNvPr>
          <p:cNvSpPr txBox="1"/>
          <p:nvPr/>
        </p:nvSpPr>
        <p:spPr>
          <a:xfrm>
            <a:off x="372835" y="2582126"/>
            <a:ext cx="5459866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b="1" dirty="0"/>
              <a:t>Redescubrimiento de la Norma E.030 mediante IA Explicable: </a:t>
            </a:r>
            <a:r>
              <a:rPr sz="1800" b="1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Predicción</a:t>
            </a:r>
            <a:r>
              <a:rPr sz="18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1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probabilística</a:t>
            </a:r>
            <a:r>
              <a:rPr sz="18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de </a:t>
            </a:r>
            <a:r>
              <a:rPr sz="1800" b="1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vulnerabilidad</a:t>
            </a:r>
            <a:r>
              <a:rPr sz="18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1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estructural</a:t>
            </a:r>
            <a:r>
              <a:rPr sz="18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1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basada</a:t>
            </a:r>
            <a:r>
              <a:rPr sz="18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</a:t>
            </a:r>
            <a:r>
              <a:rPr sz="1800" b="1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en</a:t>
            </a:r>
            <a:r>
              <a:rPr sz="18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</a:rPr>
              <a:t> la Norma E.030.</a:t>
            </a:r>
          </a:p>
        </p:txBody>
      </p:sp>
    </p:spTree>
    <p:extLst>
      <p:ext uri="{BB962C8B-B14F-4D97-AF65-F5344CB8AC3E}">
        <p14:creationId xmlns:p14="http://schemas.microsoft.com/office/powerpoint/2010/main" val="30038547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1144</Words>
  <Application>Microsoft Office PowerPoint</Application>
  <PresentationFormat>Panorámica</PresentationFormat>
  <Paragraphs>91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Aptos</vt:lpstr>
      <vt:lpstr>Arial</vt:lpstr>
      <vt:lpstr>Outfit</vt:lpstr>
      <vt:lpstr>Calibri</vt:lpstr>
      <vt:lpstr>Aptos Display</vt:lpstr>
      <vt:lpstr>Inter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Carballo</cp:lastModifiedBy>
  <cp:revision>1</cp:revision>
  <dcterms:created xsi:type="dcterms:W3CDTF">2013-01-27T09:14:16Z</dcterms:created>
  <dcterms:modified xsi:type="dcterms:W3CDTF">2026-10-07T20:15:46Z</dcterms:modified>
  <cp:category/>
</cp:coreProperties>
</file>